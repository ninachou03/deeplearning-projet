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nybody SemiBold"/>
      <p:regular r:id="rId20"/>
      <p:bold r:id="rId21"/>
      <p:italic r:id="rId22"/>
      <p:boldItalic r:id="rId23"/>
    </p:embeddedFont>
    <p:embeddedFont>
      <p:font typeface="Albert Sans SemiBold"/>
      <p:regular r:id="rId24"/>
      <p:bold r:id="rId25"/>
      <p:italic r:id="rId26"/>
      <p:boldItalic r:id="rId27"/>
    </p:embeddedFont>
    <p:embeddedFont>
      <p:font typeface="Albert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9AE8FF-BFF9-46EE-9146-04404F1A955D}">
  <a:tblStyle styleId="{049AE8FF-BFF9-46EE-9146-04404F1A95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ybodySemiBold-regular.fntdata"/><Relationship Id="rId22" Type="http://schemas.openxmlformats.org/officeDocument/2006/relationships/font" Target="fonts/AnybodySemiBold-italic.fntdata"/><Relationship Id="rId21" Type="http://schemas.openxmlformats.org/officeDocument/2006/relationships/font" Target="fonts/AnybodySemiBold-bold.fntdata"/><Relationship Id="rId24" Type="http://schemas.openxmlformats.org/officeDocument/2006/relationships/font" Target="fonts/AlbertSansSemiBold-regular.fntdata"/><Relationship Id="rId23" Type="http://schemas.openxmlformats.org/officeDocument/2006/relationships/font" Target="fonts/Anybody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bertSansSemiBold-italic.fntdata"/><Relationship Id="rId25" Type="http://schemas.openxmlformats.org/officeDocument/2006/relationships/font" Target="fonts/AlbertSansSemiBold-bold.fntdata"/><Relationship Id="rId28" Type="http://schemas.openxmlformats.org/officeDocument/2006/relationships/font" Target="fonts/AlbertSans-regular.fntdata"/><Relationship Id="rId27" Type="http://schemas.openxmlformats.org/officeDocument/2006/relationships/font" Target="fonts/Albert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lbert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bertSans-boldItalic.fntdata"/><Relationship Id="rId30" Type="http://schemas.openxmlformats.org/officeDocument/2006/relationships/font" Target="fonts/Albert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dd0c7d16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dd0c7d16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d0c7d16c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d0c7d16c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c5078126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c5078126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c5078126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c5078126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c5078126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c5078126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c5078126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c5078126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c5078126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c5078126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c5078126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c5078126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c5078126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c5078126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c9c6a98a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c9c6a98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c5078126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c5078126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db0f9523dd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db0f9523dd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c5078126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c5078126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848150" y="689462"/>
            <a:ext cx="4892400" cy="27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089425" y="3837125"/>
            <a:ext cx="23346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3800" y="-31800"/>
            <a:ext cx="9171600" cy="52071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040500" y="1761713"/>
            <a:ext cx="36657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20000" y="2027725"/>
            <a:ext cx="1223100" cy="122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20000" y="3765525"/>
            <a:ext cx="48546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title"/>
          </p:nvPr>
        </p:nvSpPr>
        <p:spPr>
          <a:xfrm>
            <a:off x="719999" y="1980700"/>
            <a:ext cx="124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3" type="title"/>
          </p:nvPr>
        </p:nvSpPr>
        <p:spPr>
          <a:xfrm>
            <a:off x="719999" y="3418875"/>
            <a:ext cx="124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2147100" y="1541500"/>
            <a:ext cx="4849800" cy="1272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2147100" y="2979675"/>
            <a:ext cx="4849800" cy="1272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2812500" y="2725200"/>
            <a:ext cx="5239800" cy="84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2812500" y="3762301"/>
            <a:ext cx="52398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257175" y="2889800"/>
            <a:ext cx="4166700" cy="17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body"/>
          </p:nvPr>
        </p:nvSpPr>
        <p:spPr>
          <a:xfrm>
            <a:off x="720000" y="2276900"/>
            <a:ext cx="3917700" cy="21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20000" y="725500"/>
            <a:ext cx="3917700" cy="15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>
            <p:ph idx="2" type="pic"/>
          </p:nvPr>
        </p:nvSpPr>
        <p:spPr>
          <a:xfrm>
            <a:off x="-24150" y="-22800"/>
            <a:ext cx="9192300" cy="51891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227950" y="758825"/>
            <a:ext cx="4196100" cy="11259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4344900" y="540000"/>
            <a:ext cx="4079100" cy="13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4344900" y="1886675"/>
            <a:ext cx="40791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2" type="title"/>
          </p:nvPr>
        </p:nvSpPr>
        <p:spPr>
          <a:xfrm>
            <a:off x="1872275" y="1330862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3" type="title"/>
          </p:nvPr>
        </p:nvSpPr>
        <p:spPr>
          <a:xfrm>
            <a:off x="1872275" y="2229699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6054563" y="1241312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4" type="subTitle"/>
          </p:nvPr>
        </p:nvSpPr>
        <p:spPr>
          <a:xfrm>
            <a:off x="6054563" y="2140149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5" type="title"/>
          </p:nvPr>
        </p:nvSpPr>
        <p:spPr>
          <a:xfrm>
            <a:off x="1872275" y="3128536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6" type="title"/>
          </p:nvPr>
        </p:nvSpPr>
        <p:spPr>
          <a:xfrm>
            <a:off x="1872275" y="4027373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7" type="subTitle"/>
          </p:nvPr>
        </p:nvSpPr>
        <p:spPr>
          <a:xfrm>
            <a:off x="6054588" y="3038986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8" type="subTitle"/>
          </p:nvPr>
        </p:nvSpPr>
        <p:spPr>
          <a:xfrm>
            <a:off x="6054567" y="3937823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9" type="title"/>
          </p:nvPr>
        </p:nvSpPr>
        <p:spPr>
          <a:xfrm>
            <a:off x="943975" y="1148312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13" type="title"/>
          </p:nvPr>
        </p:nvSpPr>
        <p:spPr>
          <a:xfrm>
            <a:off x="943975" y="2945986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14" type="title"/>
          </p:nvPr>
        </p:nvSpPr>
        <p:spPr>
          <a:xfrm>
            <a:off x="943975" y="2047149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15" type="title"/>
          </p:nvPr>
        </p:nvSpPr>
        <p:spPr>
          <a:xfrm>
            <a:off x="943975" y="3844823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720000" y="3858588"/>
            <a:ext cx="4550400" cy="40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720000" y="854013"/>
            <a:ext cx="4550400" cy="295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 flipH="1">
            <a:off x="0" y="-24000"/>
            <a:ext cx="91440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 flipH="1">
            <a:off x="3437800" y="1761713"/>
            <a:ext cx="36657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hasCustomPrompt="1" idx="2" type="title"/>
          </p:nvPr>
        </p:nvSpPr>
        <p:spPr>
          <a:xfrm flipH="1">
            <a:off x="7200900" y="2027725"/>
            <a:ext cx="1223100" cy="1223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 flipH="1">
            <a:off x="3437700" y="3765525"/>
            <a:ext cx="49863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27" y="-24000"/>
            <a:ext cx="91440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2040500" y="540000"/>
            <a:ext cx="49020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hasCustomPrompt="1" idx="2" type="title"/>
          </p:nvPr>
        </p:nvSpPr>
        <p:spPr>
          <a:xfrm>
            <a:off x="720000" y="806000"/>
            <a:ext cx="1223100" cy="1223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720000" y="3609600"/>
            <a:ext cx="2014800" cy="9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 flipH="1">
            <a:off x="27" y="-24000"/>
            <a:ext cx="91440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 txBox="1"/>
          <p:nvPr>
            <p:ph type="title"/>
          </p:nvPr>
        </p:nvSpPr>
        <p:spPr>
          <a:xfrm flipH="1">
            <a:off x="2201553" y="540000"/>
            <a:ext cx="49020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7"/>
          <p:cNvSpPr txBox="1"/>
          <p:nvPr>
            <p:ph hasCustomPrompt="1" idx="2" type="title"/>
          </p:nvPr>
        </p:nvSpPr>
        <p:spPr>
          <a:xfrm flipH="1">
            <a:off x="7200953" y="806000"/>
            <a:ext cx="1223100" cy="1223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 flipH="1">
            <a:off x="6409253" y="3609600"/>
            <a:ext cx="2014800" cy="9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8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83" name="Google Shape;83;p19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rot="10800000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86" name="Google Shape;86;p20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hasCustomPrompt="1" type="title"/>
          </p:nvPr>
        </p:nvSpPr>
        <p:spPr>
          <a:xfrm>
            <a:off x="719988" y="1756611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9" name="Google Shape;89;p21"/>
          <p:cNvSpPr txBox="1"/>
          <p:nvPr>
            <p:ph idx="1" type="subTitle"/>
          </p:nvPr>
        </p:nvSpPr>
        <p:spPr>
          <a:xfrm>
            <a:off x="719988" y="2582390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hasCustomPrompt="1" idx="2" type="title"/>
          </p:nvPr>
        </p:nvSpPr>
        <p:spPr>
          <a:xfrm>
            <a:off x="4096188" y="1756611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1" name="Google Shape;91;p21"/>
          <p:cNvSpPr txBox="1"/>
          <p:nvPr>
            <p:ph idx="3" type="subTitle"/>
          </p:nvPr>
        </p:nvSpPr>
        <p:spPr>
          <a:xfrm>
            <a:off x="4096188" y="2582390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hasCustomPrompt="1" idx="4" type="title"/>
          </p:nvPr>
        </p:nvSpPr>
        <p:spPr>
          <a:xfrm>
            <a:off x="4096188" y="3354424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3" name="Google Shape;93;p21"/>
          <p:cNvSpPr txBox="1"/>
          <p:nvPr>
            <p:ph idx="5" type="subTitle"/>
          </p:nvPr>
        </p:nvSpPr>
        <p:spPr>
          <a:xfrm>
            <a:off x="4096188" y="4180203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hasCustomPrompt="1" idx="6" type="title"/>
          </p:nvPr>
        </p:nvSpPr>
        <p:spPr>
          <a:xfrm>
            <a:off x="719988" y="3354424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5" name="Google Shape;95;p21"/>
          <p:cNvSpPr txBox="1"/>
          <p:nvPr>
            <p:ph idx="7" type="subTitle"/>
          </p:nvPr>
        </p:nvSpPr>
        <p:spPr>
          <a:xfrm>
            <a:off x="719988" y="4180203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6" name="Google Shape;96;p21"/>
          <p:cNvPicPr preferRelativeResize="0"/>
          <p:nvPr/>
        </p:nvPicPr>
        <p:blipFill rotWithShape="1">
          <a:blip r:embed="rId2">
            <a:alphaModFix/>
          </a:blip>
          <a:srcRect b="0" l="44490" r="0" t="0"/>
          <a:stretch/>
        </p:blipFill>
        <p:spPr>
          <a:xfrm flipH="1">
            <a:off x="7389250" y="0"/>
            <a:ext cx="1118050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/>
          <p:nvPr/>
        </p:nvSpPr>
        <p:spPr>
          <a:xfrm flipH="1">
            <a:off x="7974601" y="-24000"/>
            <a:ext cx="11694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019500" y="31786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2" type="title"/>
          </p:nvPr>
        </p:nvSpPr>
        <p:spPr>
          <a:xfrm>
            <a:off x="3369741" y="31786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subTitle"/>
          </p:nvPr>
        </p:nvSpPr>
        <p:spPr>
          <a:xfrm>
            <a:off x="720000" y="3572225"/>
            <a:ext cx="2404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3" type="subTitle"/>
          </p:nvPr>
        </p:nvSpPr>
        <p:spPr>
          <a:xfrm>
            <a:off x="3369741" y="3572225"/>
            <a:ext cx="2404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4" type="title"/>
          </p:nvPr>
        </p:nvSpPr>
        <p:spPr>
          <a:xfrm>
            <a:off x="720001" y="31786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5" type="subTitle"/>
          </p:nvPr>
        </p:nvSpPr>
        <p:spPr>
          <a:xfrm>
            <a:off x="6019500" y="3572225"/>
            <a:ext cx="2404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06" name="Google Shape;106;p22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rot="10800000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2"/>
          <p:cNvSpPr txBox="1"/>
          <p:nvPr>
            <p:ph hasCustomPrompt="1" idx="7" type="title"/>
          </p:nvPr>
        </p:nvSpPr>
        <p:spPr>
          <a:xfrm>
            <a:off x="719992" y="1657175"/>
            <a:ext cx="12801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8" name="Google Shape;108;p22"/>
          <p:cNvSpPr txBox="1"/>
          <p:nvPr>
            <p:ph hasCustomPrompt="1" idx="8" type="title"/>
          </p:nvPr>
        </p:nvSpPr>
        <p:spPr>
          <a:xfrm>
            <a:off x="3369742" y="1657175"/>
            <a:ext cx="12801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9" name="Google Shape;109;p22"/>
          <p:cNvSpPr txBox="1"/>
          <p:nvPr>
            <p:ph hasCustomPrompt="1" idx="9" type="title"/>
          </p:nvPr>
        </p:nvSpPr>
        <p:spPr>
          <a:xfrm>
            <a:off x="6019492" y="1657175"/>
            <a:ext cx="12801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2" type="title"/>
          </p:nvPr>
        </p:nvSpPr>
        <p:spPr>
          <a:xfrm>
            <a:off x="2591400" y="1550700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3" type="title"/>
          </p:nvPr>
        </p:nvSpPr>
        <p:spPr>
          <a:xfrm>
            <a:off x="2591250" y="3323675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2591400" y="2031300"/>
            <a:ext cx="1897200" cy="63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4" type="subTitle"/>
          </p:nvPr>
        </p:nvSpPr>
        <p:spPr>
          <a:xfrm>
            <a:off x="2591550" y="3804275"/>
            <a:ext cx="1897500" cy="63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subTitle"/>
          </p:nvPr>
        </p:nvSpPr>
        <p:spPr>
          <a:xfrm>
            <a:off x="1669850" y="1649606"/>
            <a:ext cx="3579300" cy="51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2" type="subTitle"/>
          </p:nvPr>
        </p:nvSpPr>
        <p:spPr>
          <a:xfrm>
            <a:off x="1669825" y="2721932"/>
            <a:ext cx="3579300" cy="51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3" type="subTitle"/>
          </p:nvPr>
        </p:nvSpPr>
        <p:spPr>
          <a:xfrm>
            <a:off x="1669850" y="3794257"/>
            <a:ext cx="3579300" cy="51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type="title"/>
          </p:nvPr>
        </p:nvSpPr>
        <p:spPr>
          <a:xfrm>
            <a:off x="720000" y="445025"/>
            <a:ext cx="597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4" type="title"/>
          </p:nvPr>
        </p:nvSpPr>
        <p:spPr>
          <a:xfrm>
            <a:off x="1669838" y="3542127"/>
            <a:ext cx="357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5" type="title"/>
          </p:nvPr>
        </p:nvSpPr>
        <p:spPr>
          <a:xfrm>
            <a:off x="1669836" y="2469801"/>
            <a:ext cx="357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6" type="title"/>
          </p:nvPr>
        </p:nvSpPr>
        <p:spPr>
          <a:xfrm>
            <a:off x="1669840" y="1397475"/>
            <a:ext cx="357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720007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2" type="title"/>
          </p:nvPr>
        </p:nvSpPr>
        <p:spPr>
          <a:xfrm>
            <a:off x="4571588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subTitle"/>
          </p:nvPr>
        </p:nvSpPr>
        <p:spPr>
          <a:xfrm>
            <a:off x="720000" y="20895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3" type="subTitle"/>
          </p:nvPr>
        </p:nvSpPr>
        <p:spPr>
          <a:xfrm>
            <a:off x="4571581" y="20895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4" type="title"/>
          </p:nvPr>
        </p:nvSpPr>
        <p:spPr>
          <a:xfrm>
            <a:off x="720007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5" type="title"/>
          </p:nvPr>
        </p:nvSpPr>
        <p:spPr>
          <a:xfrm>
            <a:off x="4571588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6" type="subTitle"/>
          </p:nvPr>
        </p:nvSpPr>
        <p:spPr>
          <a:xfrm>
            <a:off x="720000" y="36140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7" type="subTitle"/>
          </p:nvPr>
        </p:nvSpPr>
        <p:spPr>
          <a:xfrm>
            <a:off x="4571581" y="36140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1314007" y="16959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2" type="title"/>
          </p:nvPr>
        </p:nvSpPr>
        <p:spPr>
          <a:xfrm>
            <a:off x="4861507" y="16959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" type="subTitle"/>
          </p:nvPr>
        </p:nvSpPr>
        <p:spPr>
          <a:xfrm>
            <a:off x="1314000" y="20895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3" type="subTitle"/>
          </p:nvPr>
        </p:nvSpPr>
        <p:spPr>
          <a:xfrm>
            <a:off x="4861500" y="20895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4" type="title"/>
          </p:nvPr>
        </p:nvSpPr>
        <p:spPr>
          <a:xfrm>
            <a:off x="1314007" y="32204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5" type="title"/>
          </p:nvPr>
        </p:nvSpPr>
        <p:spPr>
          <a:xfrm>
            <a:off x="4861507" y="32204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6" type="subTitle"/>
          </p:nvPr>
        </p:nvSpPr>
        <p:spPr>
          <a:xfrm>
            <a:off x="1314000" y="36140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7" type="subTitle"/>
          </p:nvPr>
        </p:nvSpPr>
        <p:spPr>
          <a:xfrm>
            <a:off x="4861500" y="36140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" name="Google Shape;145;p26"/>
          <p:cNvSpPr/>
          <p:nvPr/>
        </p:nvSpPr>
        <p:spPr>
          <a:xfrm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7869138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720005" y="146737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2" type="title"/>
          </p:nvPr>
        </p:nvSpPr>
        <p:spPr>
          <a:xfrm>
            <a:off x="720004" y="252792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" type="subTitle"/>
          </p:nvPr>
        </p:nvSpPr>
        <p:spPr>
          <a:xfrm>
            <a:off x="720000" y="172662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3" type="subTitle"/>
          </p:nvPr>
        </p:nvSpPr>
        <p:spPr>
          <a:xfrm>
            <a:off x="719999" y="278717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4" type="title"/>
          </p:nvPr>
        </p:nvSpPr>
        <p:spPr>
          <a:xfrm>
            <a:off x="3443130" y="146737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5" type="title"/>
          </p:nvPr>
        </p:nvSpPr>
        <p:spPr>
          <a:xfrm>
            <a:off x="3443129" y="252792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6" type="subTitle"/>
          </p:nvPr>
        </p:nvSpPr>
        <p:spPr>
          <a:xfrm>
            <a:off x="3443125" y="172662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7" type="subTitle"/>
          </p:nvPr>
        </p:nvSpPr>
        <p:spPr>
          <a:xfrm>
            <a:off x="3443124" y="278717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8" type="title"/>
          </p:nvPr>
        </p:nvSpPr>
        <p:spPr>
          <a:xfrm>
            <a:off x="720000" y="445025"/>
            <a:ext cx="534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9" type="title"/>
          </p:nvPr>
        </p:nvSpPr>
        <p:spPr>
          <a:xfrm>
            <a:off x="720008" y="358847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3" type="subTitle"/>
          </p:nvPr>
        </p:nvSpPr>
        <p:spPr>
          <a:xfrm>
            <a:off x="720003" y="384772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4" type="title"/>
          </p:nvPr>
        </p:nvSpPr>
        <p:spPr>
          <a:xfrm>
            <a:off x="3443133" y="3588179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5" type="subTitle"/>
          </p:nvPr>
        </p:nvSpPr>
        <p:spPr>
          <a:xfrm>
            <a:off x="3443128" y="3847429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4823700" y="1834850"/>
            <a:ext cx="3600300" cy="18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19191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4823712" y="3677750"/>
            <a:ext cx="36003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8"/>
          <p:cNvSpPr/>
          <p:nvPr>
            <p:ph idx="2" type="pic"/>
          </p:nvPr>
        </p:nvSpPr>
        <p:spPr>
          <a:xfrm>
            <a:off x="1762274" y="838250"/>
            <a:ext cx="2889000" cy="36039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5" name="Google Shape;165;p28"/>
          <p:cNvPicPr preferRelativeResize="0"/>
          <p:nvPr/>
        </p:nvPicPr>
        <p:blipFill rotWithShape="1">
          <a:blip r:embed="rId2">
            <a:alphaModFix/>
          </a:blip>
          <a:srcRect b="0" l="73023" r="0" t="0"/>
          <a:stretch/>
        </p:blipFill>
        <p:spPr>
          <a:xfrm>
            <a:off x="925799" y="0"/>
            <a:ext cx="543375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/>
          <p:nvPr/>
        </p:nvSpPr>
        <p:spPr>
          <a:xfrm>
            <a:off x="0" y="-24000"/>
            <a:ext cx="9258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6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idx="1" type="subTitle"/>
          </p:nvPr>
        </p:nvSpPr>
        <p:spPr>
          <a:xfrm>
            <a:off x="720000" y="3687275"/>
            <a:ext cx="3198900" cy="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type="title"/>
          </p:nvPr>
        </p:nvSpPr>
        <p:spPr>
          <a:xfrm>
            <a:off x="720000" y="2317275"/>
            <a:ext cx="3198900" cy="11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" name="Google Shape;170;p29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ONLY_1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rot="10800000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732775" y="1272225"/>
            <a:ext cx="2840100" cy="30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ctrTitle"/>
          </p:nvPr>
        </p:nvSpPr>
        <p:spPr>
          <a:xfrm>
            <a:off x="2876775" y="947050"/>
            <a:ext cx="4892400" cy="13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77" name="Google Shape;177;p31"/>
          <p:cNvSpPr txBox="1"/>
          <p:nvPr>
            <p:ph idx="1" type="subTitle"/>
          </p:nvPr>
        </p:nvSpPr>
        <p:spPr>
          <a:xfrm>
            <a:off x="2876775" y="2196872"/>
            <a:ext cx="48924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8" name="Google Shape;178;p31"/>
          <p:cNvSpPr txBox="1"/>
          <p:nvPr>
            <p:ph idx="2" type="subTitle"/>
          </p:nvPr>
        </p:nvSpPr>
        <p:spPr>
          <a:xfrm>
            <a:off x="2876775" y="4123900"/>
            <a:ext cx="4892400" cy="3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31"/>
          <p:cNvSpPr txBox="1"/>
          <p:nvPr/>
        </p:nvSpPr>
        <p:spPr>
          <a:xfrm>
            <a:off x="2876775" y="3612725"/>
            <a:ext cx="48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664" y="0"/>
            <a:ext cx="2014201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/>
          <p:nvPr/>
        </p:nvSpPr>
        <p:spPr>
          <a:xfrm>
            <a:off x="0" y="-24000"/>
            <a:ext cx="18108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/>
          <p:nvPr/>
        </p:nvSpPr>
        <p:spPr>
          <a:xfrm rot="5400000">
            <a:off x="4305500" y="308418"/>
            <a:ext cx="536400" cy="91476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33"/>
          <p:cNvGrpSpPr/>
          <p:nvPr/>
        </p:nvGrpSpPr>
        <p:grpSpPr>
          <a:xfrm>
            <a:off x="-571475" y="4622841"/>
            <a:ext cx="10286950" cy="527576"/>
            <a:chOff x="-100" y="4622841"/>
            <a:chExt cx="10286950" cy="527576"/>
          </a:xfrm>
        </p:grpSpPr>
        <p:pic>
          <p:nvPicPr>
            <p:cNvPr id="186" name="Google Shape;186;p33"/>
            <p:cNvPicPr preferRelativeResize="0"/>
            <p:nvPr/>
          </p:nvPicPr>
          <p:blipFill rotWithShape="1">
            <a:blip r:embed="rId2">
              <a:alphaModFix/>
            </a:blip>
            <a:srcRect b="0" l="73809" r="-2" t="0"/>
            <a:stretch/>
          </p:blipFill>
          <p:spPr>
            <a:xfrm rot="5400000">
              <a:off x="2307850" y="2314891"/>
              <a:ext cx="527576" cy="514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33"/>
            <p:cNvPicPr preferRelativeResize="0"/>
            <p:nvPr/>
          </p:nvPicPr>
          <p:blipFill rotWithShape="1">
            <a:blip r:embed="rId2">
              <a:alphaModFix/>
            </a:blip>
            <a:srcRect b="510" l="73809" r="-2" t="-510"/>
            <a:stretch/>
          </p:blipFill>
          <p:spPr>
            <a:xfrm rot="5400000">
              <a:off x="7451325" y="2314891"/>
              <a:ext cx="527576" cy="5143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ctrTitle"/>
          </p:nvPr>
        </p:nvSpPr>
        <p:spPr>
          <a:xfrm>
            <a:off x="2848150" y="689462"/>
            <a:ext cx="4892400" cy="27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 Analyse Multimodal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3" name="Google Shape;193;p34"/>
          <p:cNvSpPr txBox="1"/>
          <p:nvPr>
            <p:ph idx="1" type="subTitle"/>
          </p:nvPr>
        </p:nvSpPr>
        <p:spPr>
          <a:xfrm>
            <a:off x="6089425" y="3837125"/>
            <a:ext cx="2334600" cy="11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Deep Learning</a:t>
            </a:r>
            <a:endParaRPr b="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Nina TUIL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Arthur NEYT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Loïc LE QUELLEC </a:t>
            </a:r>
            <a:endParaRPr/>
          </a:p>
        </p:txBody>
      </p:sp>
      <p:cxnSp>
        <p:nvCxnSpPr>
          <p:cNvPr id="194" name="Google Shape;194;p34"/>
          <p:cNvCxnSpPr/>
          <p:nvPr/>
        </p:nvCxnSpPr>
        <p:spPr>
          <a:xfrm>
            <a:off x="2468800" y="3562475"/>
            <a:ext cx="5966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5" name="Google Shape;195;p34"/>
          <p:cNvGrpSpPr/>
          <p:nvPr/>
        </p:nvGrpSpPr>
        <p:grpSpPr>
          <a:xfrm>
            <a:off x="8222574" y="355031"/>
            <a:ext cx="402866" cy="369933"/>
            <a:chOff x="6985538" y="307000"/>
            <a:chExt cx="1545325" cy="1419000"/>
          </a:xfrm>
        </p:grpSpPr>
        <p:sp>
          <p:nvSpPr>
            <p:cNvPr id="196" name="Google Shape;196;p34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4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4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4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4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4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2" name="Google Shape;2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64" y="0"/>
            <a:ext cx="2014201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4"/>
          <p:cNvSpPr/>
          <p:nvPr/>
        </p:nvSpPr>
        <p:spPr>
          <a:xfrm>
            <a:off x="0" y="-24000"/>
            <a:ext cx="18108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idx="14" type="title"/>
          </p:nvPr>
        </p:nvSpPr>
        <p:spPr>
          <a:xfrm>
            <a:off x="943975" y="2047149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9" name="Google Shape;209;p35"/>
          <p:cNvSpPr txBox="1"/>
          <p:nvPr>
            <p:ph idx="15" type="title"/>
          </p:nvPr>
        </p:nvSpPr>
        <p:spPr>
          <a:xfrm>
            <a:off x="943975" y="3844823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0" name="Google Shape;210;p35"/>
          <p:cNvSpPr txBox="1"/>
          <p:nvPr>
            <p:ph idx="13" type="title"/>
          </p:nvPr>
        </p:nvSpPr>
        <p:spPr>
          <a:xfrm>
            <a:off x="943975" y="2945986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1" name="Google Shape;211;p35"/>
          <p:cNvSpPr txBox="1"/>
          <p:nvPr>
            <p:ph idx="9" type="title"/>
          </p:nvPr>
        </p:nvSpPr>
        <p:spPr>
          <a:xfrm>
            <a:off x="943975" y="1148312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2" name="Google Shape;212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3" name="Google Shape;213;p35"/>
          <p:cNvSpPr txBox="1"/>
          <p:nvPr>
            <p:ph idx="2" type="title"/>
          </p:nvPr>
        </p:nvSpPr>
        <p:spPr>
          <a:xfrm>
            <a:off x="1872275" y="1330862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214" name="Google Shape;214;p35"/>
          <p:cNvSpPr txBox="1"/>
          <p:nvPr>
            <p:ph idx="3" type="title"/>
          </p:nvPr>
        </p:nvSpPr>
        <p:spPr>
          <a:xfrm>
            <a:off x="1872275" y="2229699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Problématique</a:t>
            </a:r>
            <a:endParaRPr/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6054563" y="1241312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Contexte du projet et de son article</a:t>
            </a:r>
            <a:endParaRPr/>
          </a:p>
        </p:txBody>
      </p:sp>
      <p:sp>
        <p:nvSpPr>
          <p:cNvPr id="216" name="Google Shape;216;p35"/>
          <p:cNvSpPr txBox="1"/>
          <p:nvPr>
            <p:ph idx="4" type="subTitle"/>
          </p:nvPr>
        </p:nvSpPr>
        <p:spPr>
          <a:xfrm>
            <a:off x="6054563" y="2140149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Les différentes problématiques</a:t>
            </a:r>
            <a:endParaRPr/>
          </a:p>
        </p:txBody>
      </p:sp>
      <p:sp>
        <p:nvSpPr>
          <p:cNvPr id="217" name="Google Shape;217;p35"/>
          <p:cNvSpPr txBox="1"/>
          <p:nvPr>
            <p:ph idx="5" type="title"/>
          </p:nvPr>
        </p:nvSpPr>
        <p:spPr>
          <a:xfrm>
            <a:off x="1872275" y="3128536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Résultats</a:t>
            </a:r>
            <a:endParaRPr/>
          </a:p>
        </p:txBody>
      </p:sp>
      <p:sp>
        <p:nvSpPr>
          <p:cNvPr id="218" name="Google Shape;218;p35"/>
          <p:cNvSpPr txBox="1"/>
          <p:nvPr>
            <p:ph idx="6" type="title"/>
          </p:nvPr>
        </p:nvSpPr>
        <p:spPr>
          <a:xfrm>
            <a:off x="1872275" y="4027373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19" name="Google Shape;219;p35"/>
          <p:cNvSpPr txBox="1"/>
          <p:nvPr>
            <p:ph idx="7" type="subTitle"/>
          </p:nvPr>
        </p:nvSpPr>
        <p:spPr>
          <a:xfrm>
            <a:off x="6054588" y="3038986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Nos résultats selon datasets</a:t>
            </a:r>
            <a:endParaRPr/>
          </a:p>
        </p:txBody>
      </p:sp>
      <p:sp>
        <p:nvSpPr>
          <p:cNvPr id="220" name="Google Shape;220;p35"/>
          <p:cNvSpPr txBox="1"/>
          <p:nvPr>
            <p:ph idx="8" type="subTitle"/>
          </p:nvPr>
        </p:nvSpPr>
        <p:spPr>
          <a:xfrm>
            <a:off x="6054567" y="3937823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Notre conclusion</a:t>
            </a:r>
            <a:endParaRPr/>
          </a:p>
        </p:txBody>
      </p:sp>
      <p:cxnSp>
        <p:nvCxnSpPr>
          <p:cNvPr id="221" name="Google Shape;221;p35"/>
          <p:cNvCxnSpPr/>
          <p:nvPr/>
        </p:nvCxnSpPr>
        <p:spPr>
          <a:xfrm>
            <a:off x="894450" y="1977675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5"/>
          <p:cNvCxnSpPr/>
          <p:nvPr/>
        </p:nvCxnSpPr>
        <p:spPr>
          <a:xfrm>
            <a:off x="894450" y="2876316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5"/>
          <p:cNvCxnSpPr/>
          <p:nvPr/>
        </p:nvCxnSpPr>
        <p:spPr>
          <a:xfrm>
            <a:off x="894450" y="3774957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4" name="Google Shape;224;p35"/>
          <p:cNvGrpSpPr/>
          <p:nvPr/>
        </p:nvGrpSpPr>
        <p:grpSpPr>
          <a:xfrm>
            <a:off x="518561" y="4418531"/>
            <a:ext cx="402866" cy="369933"/>
            <a:chOff x="6985538" y="307000"/>
            <a:chExt cx="1545325" cy="1419000"/>
          </a:xfrm>
        </p:grpSpPr>
        <p:sp>
          <p:nvSpPr>
            <p:cNvPr id="225" name="Google Shape;225;p35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5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5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5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5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2040500" y="1761713"/>
            <a:ext cx="36657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236" name="Google Shape;236;p36"/>
          <p:cNvSpPr txBox="1"/>
          <p:nvPr>
            <p:ph idx="2" type="title"/>
          </p:nvPr>
        </p:nvSpPr>
        <p:spPr>
          <a:xfrm>
            <a:off x="720000" y="2027725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37" name="Google Shape;237;p36"/>
          <p:cNvSpPr txBox="1"/>
          <p:nvPr>
            <p:ph idx="1" type="subTitle"/>
          </p:nvPr>
        </p:nvSpPr>
        <p:spPr>
          <a:xfrm>
            <a:off x="720000" y="3765525"/>
            <a:ext cx="48546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Contexte du projet et de l’article DEVA</a:t>
            </a:r>
            <a:endParaRPr/>
          </a:p>
        </p:txBody>
      </p:sp>
      <p:cxnSp>
        <p:nvCxnSpPr>
          <p:cNvPr id="238" name="Google Shape;238;p36"/>
          <p:cNvCxnSpPr/>
          <p:nvPr/>
        </p:nvCxnSpPr>
        <p:spPr>
          <a:xfrm>
            <a:off x="720000" y="3600175"/>
            <a:ext cx="641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9" name="Google Shape;239;p36"/>
          <p:cNvGrpSpPr/>
          <p:nvPr/>
        </p:nvGrpSpPr>
        <p:grpSpPr>
          <a:xfrm>
            <a:off x="518561" y="355031"/>
            <a:ext cx="402866" cy="369933"/>
            <a:chOff x="6985538" y="307000"/>
            <a:chExt cx="1545325" cy="1419000"/>
          </a:xfrm>
        </p:grpSpPr>
        <p:sp>
          <p:nvSpPr>
            <p:cNvPr id="240" name="Google Shape;240;p36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6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6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6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6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6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129800" y="0"/>
            <a:ext cx="2014201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720000" y="725500"/>
            <a:ext cx="3917700" cy="15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 </a:t>
            </a:r>
            <a:r>
              <a:rPr lang="en"/>
              <a:t>multimodal</a:t>
            </a:r>
            <a:endParaRPr/>
          </a:p>
        </p:txBody>
      </p:sp>
      <p:sp>
        <p:nvSpPr>
          <p:cNvPr id="252" name="Google Shape;252;p37"/>
          <p:cNvSpPr txBox="1"/>
          <p:nvPr>
            <p:ph idx="1" type="body"/>
          </p:nvPr>
        </p:nvSpPr>
        <p:spPr>
          <a:xfrm>
            <a:off x="720000" y="2276900"/>
            <a:ext cx="4596000" cy="15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300"/>
              <a:t>Texte + audio + vidéo = analyse multimodal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Le modèle </a:t>
            </a:r>
            <a:r>
              <a:rPr b="1" lang="en" sz="1300"/>
              <a:t>DEVA</a:t>
            </a:r>
            <a:r>
              <a:rPr lang="en" sz="1300"/>
              <a:t> propose une solution innovante : convertir les signaux audio et visuels en </a:t>
            </a:r>
            <a:r>
              <a:rPr b="1" lang="en" sz="1300"/>
              <a:t>descriptions textuelles émotionnelles</a:t>
            </a:r>
            <a:r>
              <a:rPr lang="en" sz="1300"/>
              <a:t>, plus faciles à analyser.</a:t>
            </a:r>
            <a:endParaRPr sz="1300"/>
          </a:p>
        </p:txBody>
      </p:sp>
      <p:grpSp>
        <p:nvGrpSpPr>
          <p:cNvPr id="253" name="Google Shape;253;p37"/>
          <p:cNvGrpSpPr/>
          <p:nvPr/>
        </p:nvGrpSpPr>
        <p:grpSpPr>
          <a:xfrm>
            <a:off x="5490436" y="4418531"/>
            <a:ext cx="402866" cy="369933"/>
            <a:chOff x="6985538" y="307000"/>
            <a:chExt cx="1545325" cy="1419000"/>
          </a:xfrm>
        </p:grpSpPr>
        <p:sp>
          <p:nvSpPr>
            <p:cNvPr id="254" name="Google Shape;254;p37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7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7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7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7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7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0" name="Google Shape;2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067675" y="0"/>
            <a:ext cx="2014201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7"/>
          <p:cNvSpPr/>
          <p:nvPr/>
        </p:nvSpPr>
        <p:spPr>
          <a:xfrm flipH="1">
            <a:off x="6653090" y="-24000"/>
            <a:ext cx="24909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384050" y="3953900"/>
            <a:ext cx="49320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Création de mon propre DEVA, l’appliquer à des données réelles et </a:t>
            </a:r>
            <a:r>
              <a:rPr b="1" lang="en" sz="1500"/>
              <a:t>évaluer ses performances</a:t>
            </a:r>
            <a:r>
              <a:rPr lang="en" sz="1500"/>
              <a:t> avec différentes métriques.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différentes </a:t>
            </a:r>
            <a:r>
              <a:rPr lang="en"/>
              <a:t>métriques</a:t>
            </a:r>
            <a:r>
              <a:rPr lang="en"/>
              <a:t> </a:t>
            </a:r>
            <a:endParaRPr/>
          </a:p>
        </p:txBody>
      </p:sp>
      <p:graphicFrame>
        <p:nvGraphicFramePr>
          <p:cNvPr id="268" name="Google Shape;268;p38"/>
          <p:cNvGraphicFramePr/>
          <p:nvPr/>
        </p:nvGraphicFramePr>
        <p:xfrm>
          <a:off x="607778" y="11944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{049AE8FF-BFF9-46EE-9146-04404F1A955D}</a:tableStyleId>
              </a:tblPr>
              <a:tblGrid>
                <a:gridCol w="1194800"/>
                <a:gridCol w="1176075"/>
                <a:gridCol w="3083850"/>
                <a:gridCol w="2167375"/>
              </a:tblGrid>
              <a:tr h="58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3F0"/>
                        </a:buClr>
                        <a:buSzPts val="16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ybody SemiBold"/>
                          <a:ea typeface="Anybody SemiBold"/>
                          <a:cs typeface="Anybody SemiBold"/>
                          <a:sym typeface="Anybody SemiBold"/>
                        </a:rPr>
                        <a:t>Metriques</a:t>
                      </a:r>
                      <a:endParaRPr sz="1200">
                        <a:solidFill>
                          <a:schemeClr val="dk1"/>
                        </a:solidFill>
                        <a:latin typeface="Anybody SemiBold"/>
                        <a:ea typeface="Anybody SemiBold"/>
                        <a:cs typeface="Anybody SemiBold"/>
                        <a:sym typeface="Anybody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F3D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3D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Anybody SemiBold"/>
                          <a:ea typeface="Anybody SemiBold"/>
                          <a:cs typeface="Anybody SemiBold"/>
                          <a:sym typeface="Anybody SemiBold"/>
                        </a:rPr>
                        <a:t>Strategic objectives</a:t>
                      </a:r>
                      <a:endParaRPr sz="1300">
                        <a:solidFill>
                          <a:schemeClr val="dk1"/>
                        </a:solidFill>
                        <a:latin typeface="Anybody SemiBold"/>
                        <a:ea typeface="Anybody SemiBold"/>
                        <a:cs typeface="Anybody SemiBold"/>
                        <a:sym typeface="Anybody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3D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3D3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5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Acc-2 (Binary Accuracy)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Classification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Simple à interpréter 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Efficace quand les classes sont équilibrées.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Pas d’info sur le type d’erreur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Pour mesurer la capacité globale du modèle à distinguer négatif vs positif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F1-Score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Classification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Robuste aux classes déséquilibrées 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Peu intuitif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Pour dataset avec des classes déséquilibrées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Acc-5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Classification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Classes artificielles 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dépend du découpage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Pour l’évaluation fine-grained sur MOSI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MOSEI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Acc-7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Classification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3D3E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Analyse très détaillée 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Permet de détecter les nuances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Sensible aux bruits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Pour juger la capacité du modèle à saisir les micro-variations émotionnelles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Acc-3</a:t>
                      </a:r>
                      <a:endParaRPr sz="1200">
                        <a:solidFill>
                          <a:schemeClr val="dk1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Classification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3D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Plus simple et robuste que Acc-5 ou Acc-7 </a:t>
                      </a:r>
                      <a:endParaRPr sz="11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correspond à une réelle perception humaine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Pour les systèmes pratiques (applications réelles, HCI, médias sociaux)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type="title"/>
          </p:nvPr>
        </p:nvSpPr>
        <p:spPr>
          <a:xfrm>
            <a:off x="2040500" y="1761725"/>
            <a:ext cx="50892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Problématique</a:t>
            </a:r>
            <a:endParaRPr/>
          </a:p>
        </p:txBody>
      </p:sp>
      <p:sp>
        <p:nvSpPr>
          <p:cNvPr id="274" name="Google Shape;274;p39"/>
          <p:cNvSpPr txBox="1"/>
          <p:nvPr>
            <p:ph idx="2" type="title"/>
          </p:nvPr>
        </p:nvSpPr>
        <p:spPr>
          <a:xfrm>
            <a:off x="720000" y="2027725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5" name="Google Shape;275;p39"/>
          <p:cNvSpPr txBox="1"/>
          <p:nvPr>
            <p:ph idx="1" type="subTitle"/>
          </p:nvPr>
        </p:nvSpPr>
        <p:spPr>
          <a:xfrm>
            <a:off x="720000" y="3765525"/>
            <a:ext cx="48546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Les différentes problématiques duent à l’analyse multimodal</a:t>
            </a:r>
            <a:endParaRPr/>
          </a:p>
        </p:txBody>
      </p:sp>
      <p:cxnSp>
        <p:nvCxnSpPr>
          <p:cNvPr id="276" name="Google Shape;276;p39"/>
          <p:cNvCxnSpPr/>
          <p:nvPr/>
        </p:nvCxnSpPr>
        <p:spPr>
          <a:xfrm>
            <a:off x="720000" y="3600175"/>
            <a:ext cx="641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7" name="Google Shape;277;p39"/>
          <p:cNvGrpSpPr/>
          <p:nvPr/>
        </p:nvGrpSpPr>
        <p:grpSpPr>
          <a:xfrm>
            <a:off x="518561" y="355031"/>
            <a:ext cx="402866" cy="369933"/>
            <a:chOff x="6985538" y="307000"/>
            <a:chExt cx="1545325" cy="1419000"/>
          </a:xfrm>
        </p:grpSpPr>
        <p:sp>
          <p:nvSpPr>
            <p:cNvPr id="278" name="Google Shape;278;p39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9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9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9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9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9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4" name="Google Shape;2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129800" y="0"/>
            <a:ext cx="2014201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2743925" y="1353275"/>
            <a:ext cx="5615100" cy="35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Comment analyser des sentiments à partir d’un texte ?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Comment analyser des sentiments à partir d’un audio ?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Comment analyser des sentiments à partir d’une vidéo ?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Comment fusionner ces trois types de données en ayant un résultat cohérents sur l’analyse des sentiments</a:t>
            </a:r>
            <a:endParaRPr sz="2100"/>
          </a:p>
        </p:txBody>
      </p:sp>
      <p:grpSp>
        <p:nvGrpSpPr>
          <p:cNvPr id="290" name="Google Shape;290;p40"/>
          <p:cNvGrpSpPr/>
          <p:nvPr/>
        </p:nvGrpSpPr>
        <p:grpSpPr>
          <a:xfrm>
            <a:off x="8222574" y="355031"/>
            <a:ext cx="402866" cy="369933"/>
            <a:chOff x="6985538" y="307000"/>
            <a:chExt cx="1545325" cy="1419000"/>
          </a:xfrm>
        </p:grpSpPr>
        <p:sp>
          <p:nvSpPr>
            <p:cNvPr id="291" name="Google Shape;291;p40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0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0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0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0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0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7" name="Google Shape;2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64" y="0"/>
            <a:ext cx="2014201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/>
          <p:nvPr/>
        </p:nvSpPr>
        <p:spPr>
          <a:xfrm>
            <a:off x="-29800" y="-24000"/>
            <a:ext cx="18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2040500" y="1761713"/>
            <a:ext cx="36657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Résultats</a:t>
            </a:r>
            <a:endParaRPr/>
          </a:p>
        </p:txBody>
      </p:sp>
      <p:sp>
        <p:nvSpPr>
          <p:cNvPr id="304" name="Google Shape;304;p41"/>
          <p:cNvSpPr txBox="1"/>
          <p:nvPr>
            <p:ph idx="2" type="title"/>
          </p:nvPr>
        </p:nvSpPr>
        <p:spPr>
          <a:xfrm>
            <a:off x="720000" y="2027725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5" name="Google Shape;305;p41"/>
          <p:cNvSpPr txBox="1"/>
          <p:nvPr>
            <p:ph idx="1" type="subTitle"/>
          </p:nvPr>
        </p:nvSpPr>
        <p:spPr>
          <a:xfrm>
            <a:off x="720000" y="3765525"/>
            <a:ext cx="48546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Nos différents résultats selon les datasets utilisés</a:t>
            </a:r>
            <a:endParaRPr/>
          </a:p>
        </p:txBody>
      </p:sp>
      <p:cxnSp>
        <p:nvCxnSpPr>
          <p:cNvPr id="306" name="Google Shape;306;p41"/>
          <p:cNvCxnSpPr/>
          <p:nvPr/>
        </p:nvCxnSpPr>
        <p:spPr>
          <a:xfrm>
            <a:off x="720000" y="3600175"/>
            <a:ext cx="641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7" name="Google Shape;307;p41"/>
          <p:cNvGrpSpPr/>
          <p:nvPr/>
        </p:nvGrpSpPr>
        <p:grpSpPr>
          <a:xfrm>
            <a:off x="518561" y="355031"/>
            <a:ext cx="402866" cy="369933"/>
            <a:chOff x="6985538" y="307000"/>
            <a:chExt cx="1545325" cy="1419000"/>
          </a:xfrm>
        </p:grpSpPr>
        <p:sp>
          <p:nvSpPr>
            <p:cNvPr id="308" name="Google Shape;308;p41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1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1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1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1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1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14" name="Google Shape;3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129800" y="0"/>
            <a:ext cx="2014201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Notre Dataset : MELD </a:t>
            </a:r>
            <a:endParaRPr/>
          </a:p>
        </p:txBody>
      </p:sp>
      <p:sp>
        <p:nvSpPr>
          <p:cNvPr id="320" name="Google Shape;320;p42"/>
          <p:cNvSpPr/>
          <p:nvPr/>
        </p:nvSpPr>
        <p:spPr>
          <a:xfrm>
            <a:off x="770204" y="1425550"/>
            <a:ext cx="2329200" cy="120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Série Friends : </a:t>
            </a:r>
            <a:endParaRPr sz="18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nybody SemiBold"/>
              <a:buChar char="●"/>
            </a:pPr>
            <a:r>
              <a:rPr lang="en" sz="13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Dialogue</a:t>
            </a:r>
            <a:endParaRPr sz="13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nybody SemiBold"/>
              <a:buChar char="●"/>
            </a:pPr>
            <a:r>
              <a:rPr lang="en" sz="13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Audio</a:t>
            </a:r>
            <a:endParaRPr sz="13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nybody SemiBold"/>
              <a:buChar char="●"/>
            </a:pPr>
            <a:r>
              <a:rPr lang="en" sz="13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Video</a:t>
            </a:r>
            <a:endParaRPr sz="13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nybody SemiBold"/>
              <a:buChar char="●"/>
            </a:pPr>
            <a:r>
              <a:rPr lang="en" sz="13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Sentiments</a:t>
            </a:r>
            <a:endParaRPr sz="13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3247196" y="1425550"/>
            <a:ext cx="2329200" cy="120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Fichier mp4 en wav &gt;&gt; csv de description VED</a:t>
            </a:r>
            <a:endParaRPr sz="16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770204" y="2750725"/>
            <a:ext cx="2329200" cy="12087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MELD</a:t>
            </a:r>
            <a:endParaRPr sz="32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Complet</a:t>
            </a:r>
            <a:endParaRPr sz="15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323" name="Google Shape;323;p42"/>
          <p:cNvSpPr txBox="1"/>
          <p:nvPr/>
        </p:nvSpPr>
        <p:spPr>
          <a:xfrm rot="-5400000">
            <a:off x="5685" y="1926775"/>
            <a:ext cx="1084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Description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 rot="-5400000">
            <a:off x="100623" y="3211900"/>
            <a:ext cx="894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Content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" name="Google Shape;325;p42"/>
          <p:cNvSpPr txBox="1"/>
          <p:nvPr/>
        </p:nvSpPr>
        <p:spPr>
          <a:xfrm>
            <a:off x="4053814" y="4035595"/>
            <a:ext cx="10503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New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 rot="-5400000">
            <a:off x="-329102" y="2549351"/>
            <a:ext cx="1182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Dataset</a:t>
            </a:r>
            <a:endParaRPr sz="16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grpSp>
        <p:nvGrpSpPr>
          <p:cNvPr id="327" name="Google Shape;327;p42"/>
          <p:cNvGrpSpPr/>
          <p:nvPr/>
        </p:nvGrpSpPr>
        <p:grpSpPr>
          <a:xfrm>
            <a:off x="518561" y="4418531"/>
            <a:ext cx="402866" cy="369933"/>
            <a:chOff x="6985538" y="307000"/>
            <a:chExt cx="1545325" cy="1419000"/>
          </a:xfrm>
        </p:grpSpPr>
        <p:sp>
          <p:nvSpPr>
            <p:cNvPr id="328" name="Google Shape;328;p42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2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2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2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2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2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4" name="Google Shape;334;p42"/>
          <p:cNvPicPr preferRelativeResize="0"/>
          <p:nvPr/>
        </p:nvPicPr>
        <p:blipFill rotWithShape="1">
          <a:blip r:embed="rId3">
            <a:alphaModFix/>
          </a:blip>
          <a:srcRect b="0" l="0" r="0" t="7697"/>
          <a:stretch/>
        </p:blipFill>
        <p:spPr>
          <a:xfrm>
            <a:off x="3271954" y="2757921"/>
            <a:ext cx="4278251" cy="1880925"/>
          </a:xfrm>
          <a:prstGeom prst="rect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5" name="Google Shape;335;p42"/>
          <p:cNvSpPr/>
          <p:nvPr/>
        </p:nvSpPr>
        <p:spPr>
          <a:xfrm>
            <a:off x="5724200" y="1425550"/>
            <a:ext cx="2699700" cy="120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Texte = TextEncoder</a:t>
            </a:r>
            <a:endParaRPr sz="10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Audio = AudioEncoder</a:t>
            </a:r>
            <a:endParaRPr sz="10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Contexte = CEU</a:t>
            </a:r>
            <a:endParaRPr sz="10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Puis fusion avec un vecteur global</a:t>
            </a:r>
            <a:endParaRPr sz="10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[MOD] = résumé global pour le texte</a:t>
            </a:r>
            <a:endParaRPr sz="10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audio feat</a:t>
            </a: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 = résumé global pour le son</a:t>
            </a:r>
            <a:endParaRPr sz="10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context feat</a:t>
            </a:r>
            <a:r>
              <a:rPr lang="en" sz="1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 = résumé global  dialogue</a:t>
            </a:r>
            <a:endParaRPr sz="1000">
              <a:solidFill>
                <a:schemeClr val="dk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Résultats sur nos </a:t>
            </a:r>
            <a:r>
              <a:rPr lang="en"/>
              <a:t>Métriques</a:t>
            </a:r>
            <a:endParaRPr/>
          </a:p>
        </p:txBody>
      </p:sp>
      <p:sp>
        <p:nvSpPr>
          <p:cNvPr id="341" name="Google Shape;341;p43"/>
          <p:cNvSpPr txBox="1"/>
          <p:nvPr>
            <p:ph type="title"/>
          </p:nvPr>
        </p:nvSpPr>
        <p:spPr>
          <a:xfrm>
            <a:off x="790305" y="2751655"/>
            <a:ext cx="27300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Acc 2,3,5,7</a:t>
            </a:r>
            <a:endParaRPr sz="1800"/>
          </a:p>
        </p:txBody>
      </p:sp>
      <p:sp>
        <p:nvSpPr>
          <p:cNvPr id="342" name="Google Shape;342;p43"/>
          <p:cNvSpPr txBox="1"/>
          <p:nvPr>
            <p:ph idx="2" type="title"/>
          </p:nvPr>
        </p:nvSpPr>
        <p:spPr>
          <a:xfrm>
            <a:off x="4711878" y="2768366"/>
            <a:ext cx="27300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F1-Score</a:t>
            </a:r>
            <a:endParaRPr sz="1800"/>
          </a:p>
        </p:txBody>
      </p:sp>
      <p:sp>
        <p:nvSpPr>
          <p:cNvPr id="343" name="Google Shape;343;p43"/>
          <p:cNvSpPr txBox="1"/>
          <p:nvPr>
            <p:ph idx="4" type="title"/>
          </p:nvPr>
        </p:nvSpPr>
        <p:spPr>
          <a:xfrm>
            <a:off x="790305" y="4723815"/>
            <a:ext cx="27300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MAE</a:t>
            </a:r>
            <a:endParaRPr sz="1800"/>
          </a:p>
        </p:txBody>
      </p:sp>
      <p:sp>
        <p:nvSpPr>
          <p:cNvPr id="344" name="Google Shape;344;p43"/>
          <p:cNvSpPr txBox="1"/>
          <p:nvPr>
            <p:ph idx="5" type="title"/>
          </p:nvPr>
        </p:nvSpPr>
        <p:spPr>
          <a:xfrm>
            <a:off x="4711878" y="4707104"/>
            <a:ext cx="27300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Train Loss</a:t>
            </a:r>
            <a:endParaRPr sz="1800"/>
          </a:p>
        </p:txBody>
      </p:sp>
      <p:grpSp>
        <p:nvGrpSpPr>
          <p:cNvPr id="345" name="Google Shape;345;p43"/>
          <p:cNvGrpSpPr/>
          <p:nvPr/>
        </p:nvGrpSpPr>
        <p:grpSpPr>
          <a:xfrm>
            <a:off x="185573" y="1299124"/>
            <a:ext cx="497675" cy="496225"/>
            <a:chOff x="1048600" y="3339325"/>
            <a:chExt cx="497675" cy="496225"/>
          </a:xfrm>
        </p:grpSpPr>
        <p:sp>
          <p:nvSpPr>
            <p:cNvPr id="346" name="Google Shape;346;p43"/>
            <p:cNvSpPr/>
            <p:nvPr/>
          </p:nvSpPr>
          <p:spPr>
            <a:xfrm>
              <a:off x="1143025" y="3433750"/>
              <a:ext cx="87950" cy="87975"/>
            </a:xfrm>
            <a:custGeom>
              <a:rect b="b" l="l" r="r" t="t"/>
              <a:pathLst>
                <a:path extrusionOk="0" h="3519" w="3518">
                  <a:moveTo>
                    <a:pt x="1774" y="1163"/>
                  </a:moveTo>
                  <a:cubicBezTo>
                    <a:pt x="2093" y="1163"/>
                    <a:pt x="2356" y="1426"/>
                    <a:pt x="2356" y="1744"/>
                  </a:cubicBezTo>
                  <a:cubicBezTo>
                    <a:pt x="2356" y="2065"/>
                    <a:pt x="2093" y="2356"/>
                    <a:pt x="1774" y="2356"/>
                  </a:cubicBezTo>
                  <a:cubicBezTo>
                    <a:pt x="1426" y="2356"/>
                    <a:pt x="1163" y="2065"/>
                    <a:pt x="1163" y="1744"/>
                  </a:cubicBezTo>
                  <a:cubicBezTo>
                    <a:pt x="1163" y="1426"/>
                    <a:pt x="1426" y="1163"/>
                    <a:pt x="1774" y="1163"/>
                  </a:cubicBezTo>
                  <a:close/>
                  <a:moveTo>
                    <a:pt x="1774" y="1"/>
                  </a:moveTo>
                  <a:cubicBezTo>
                    <a:pt x="786" y="1"/>
                    <a:pt x="1" y="787"/>
                    <a:pt x="1" y="1744"/>
                  </a:cubicBezTo>
                  <a:cubicBezTo>
                    <a:pt x="1" y="2705"/>
                    <a:pt x="786" y="3518"/>
                    <a:pt x="1774" y="3518"/>
                  </a:cubicBezTo>
                  <a:cubicBezTo>
                    <a:pt x="2732" y="3518"/>
                    <a:pt x="3518" y="2705"/>
                    <a:pt x="3518" y="1744"/>
                  </a:cubicBezTo>
                  <a:cubicBezTo>
                    <a:pt x="3518" y="787"/>
                    <a:pt x="2732" y="1"/>
                    <a:pt x="1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3"/>
            <p:cNvSpPr/>
            <p:nvPr/>
          </p:nvSpPr>
          <p:spPr>
            <a:xfrm>
              <a:off x="1048600" y="3339325"/>
              <a:ext cx="276825" cy="276075"/>
            </a:xfrm>
            <a:custGeom>
              <a:rect b="b" l="l" r="r" t="t"/>
              <a:pathLst>
                <a:path extrusionOk="0" h="11043" w="11073">
                  <a:moveTo>
                    <a:pt x="5958" y="1163"/>
                  </a:moveTo>
                  <a:lnTo>
                    <a:pt x="6074" y="2297"/>
                  </a:lnTo>
                  <a:cubicBezTo>
                    <a:pt x="6102" y="2529"/>
                    <a:pt x="6249" y="2704"/>
                    <a:pt x="6451" y="2790"/>
                  </a:cubicBezTo>
                  <a:cubicBezTo>
                    <a:pt x="6598" y="2820"/>
                    <a:pt x="6714" y="2878"/>
                    <a:pt x="6830" y="2936"/>
                  </a:cubicBezTo>
                  <a:cubicBezTo>
                    <a:pt x="6918" y="2974"/>
                    <a:pt x="7012" y="2995"/>
                    <a:pt x="7104" y="2995"/>
                  </a:cubicBezTo>
                  <a:cubicBezTo>
                    <a:pt x="7224" y="2995"/>
                    <a:pt x="7341" y="2960"/>
                    <a:pt x="7439" y="2878"/>
                  </a:cubicBezTo>
                  <a:lnTo>
                    <a:pt x="8341" y="2151"/>
                  </a:lnTo>
                  <a:lnTo>
                    <a:pt x="8922" y="2732"/>
                  </a:lnTo>
                  <a:lnTo>
                    <a:pt x="8195" y="3604"/>
                  </a:lnTo>
                  <a:cubicBezTo>
                    <a:pt x="8050" y="3778"/>
                    <a:pt x="8020" y="4041"/>
                    <a:pt x="8137" y="4243"/>
                  </a:cubicBezTo>
                  <a:cubicBezTo>
                    <a:pt x="8195" y="4359"/>
                    <a:pt x="8253" y="4475"/>
                    <a:pt x="8283" y="4592"/>
                  </a:cubicBezTo>
                  <a:cubicBezTo>
                    <a:pt x="8369" y="4824"/>
                    <a:pt x="8543" y="4970"/>
                    <a:pt x="8776" y="4998"/>
                  </a:cubicBezTo>
                  <a:lnTo>
                    <a:pt x="9910" y="5115"/>
                  </a:lnTo>
                  <a:lnTo>
                    <a:pt x="9910" y="5928"/>
                  </a:lnTo>
                  <a:lnTo>
                    <a:pt x="8776" y="6044"/>
                  </a:lnTo>
                  <a:cubicBezTo>
                    <a:pt x="8543" y="6075"/>
                    <a:pt x="8369" y="6219"/>
                    <a:pt x="8283" y="6451"/>
                  </a:cubicBezTo>
                  <a:cubicBezTo>
                    <a:pt x="8253" y="6568"/>
                    <a:pt x="8195" y="6684"/>
                    <a:pt x="8137" y="6800"/>
                  </a:cubicBezTo>
                  <a:cubicBezTo>
                    <a:pt x="8050" y="7005"/>
                    <a:pt x="8078" y="7237"/>
                    <a:pt x="8195" y="7439"/>
                  </a:cubicBezTo>
                  <a:lnTo>
                    <a:pt x="8922" y="8311"/>
                  </a:lnTo>
                  <a:lnTo>
                    <a:pt x="8341" y="8892"/>
                  </a:lnTo>
                  <a:lnTo>
                    <a:pt x="7469" y="8167"/>
                  </a:lnTo>
                  <a:cubicBezTo>
                    <a:pt x="7364" y="8096"/>
                    <a:pt x="7225" y="8058"/>
                    <a:pt x="7088" y="8058"/>
                  </a:cubicBezTo>
                  <a:cubicBezTo>
                    <a:pt x="6999" y="8058"/>
                    <a:pt x="6910" y="8074"/>
                    <a:pt x="6830" y="8109"/>
                  </a:cubicBezTo>
                  <a:cubicBezTo>
                    <a:pt x="6714" y="8167"/>
                    <a:pt x="6598" y="8225"/>
                    <a:pt x="6451" y="8253"/>
                  </a:cubicBezTo>
                  <a:cubicBezTo>
                    <a:pt x="6249" y="8341"/>
                    <a:pt x="6102" y="8516"/>
                    <a:pt x="6074" y="8748"/>
                  </a:cubicBezTo>
                  <a:lnTo>
                    <a:pt x="5958" y="9880"/>
                  </a:lnTo>
                  <a:lnTo>
                    <a:pt x="5145" y="9880"/>
                  </a:lnTo>
                  <a:lnTo>
                    <a:pt x="4998" y="8748"/>
                  </a:lnTo>
                  <a:cubicBezTo>
                    <a:pt x="4970" y="8516"/>
                    <a:pt x="4824" y="8341"/>
                    <a:pt x="4622" y="8253"/>
                  </a:cubicBezTo>
                  <a:cubicBezTo>
                    <a:pt x="4505" y="8225"/>
                    <a:pt x="4359" y="8167"/>
                    <a:pt x="4243" y="8109"/>
                  </a:cubicBezTo>
                  <a:cubicBezTo>
                    <a:pt x="4167" y="8076"/>
                    <a:pt x="4087" y="8059"/>
                    <a:pt x="4007" y="8059"/>
                  </a:cubicBezTo>
                  <a:cubicBezTo>
                    <a:pt x="3874" y="8059"/>
                    <a:pt x="3742" y="8105"/>
                    <a:pt x="3634" y="8195"/>
                  </a:cubicBezTo>
                  <a:lnTo>
                    <a:pt x="2732" y="8892"/>
                  </a:lnTo>
                  <a:lnTo>
                    <a:pt x="2150" y="8341"/>
                  </a:lnTo>
                  <a:lnTo>
                    <a:pt x="2878" y="7439"/>
                  </a:lnTo>
                  <a:cubicBezTo>
                    <a:pt x="3022" y="7265"/>
                    <a:pt x="3052" y="7032"/>
                    <a:pt x="2936" y="6830"/>
                  </a:cubicBezTo>
                  <a:cubicBezTo>
                    <a:pt x="2878" y="6684"/>
                    <a:pt x="2820" y="6568"/>
                    <a:pt x="2790" y="6451"/>
                  </a:cubicBezTo>
                  <a:cubicBezTo>
                    <a:pt x="2704" y="6219"/>
                    <a:pt x="2529" y="6075"/>
                    <a:pt x="2297" y="6044"/>
                  </a:cubicBezTo>
                  <a:lnTo>
                    <a:pt x="1162" y="5928"/>
                  </a:lnTo>
                  <a:lnTo>
                    <a:pt x="1162" y="5115"/>
                  </a:lnTo>
                  <a:lnTo>
                    <a:pt x="2297" y="4998"/>
                  </a:lnTo>
                  <a:cubicBezTo>
                    <a:pt x="2529" y="4970"/>
                    <a:pt x="2704" y="4824"/>
                    <a:pt x="2790" y="4592"/>
                  </a:cubicBezTo>
                  <a:cubicBezTo>
                    <a:pt x="2820" y="4475"/>
                    <a:pt x="2878" y="4359"/>
                    <a:pt x="2936" y="4243"/>
                  </a:cubicBezTo>
                  <a:cubicBezTo>
                    <a:pt x="3022" y="4041"/>
                    <a:pt x="3022" y="3808"/>
                    <a:pt x="2878" y="3634"/>
                  </a:cubicBezTo>
                  <a:lnTo>
                    <a:pt x="2150" y="2732"/>
                  </a:lnTo>
                  <a:lnTo>
                    <a:pt x="2732" y="2181"/>
                  </a:lnTo>
                  <a:lnTo>
                    <a:pt x="3603" y="2878"/>
                  </a:lnTo>
                  <a:cubicBezTo>
                    <a:pt x="3723" y="2962"/>
                    <a:pt x="3852" y="3008"/>
                    <a:pt x="3979" y="3008"/>
                  </a:cubicBezTo>
                  <a:cubicBezTo>
                    <a:pt x="4069" y="3008"/>
                    <a:pt x="4158" y="2985"/>
                    <a:pt x="4243" y="2936"/>
                  </a:cubicBezTo>
                  <a:cubicBezTo>
                    <a:pt x="4359" y="2878"/>
                    <a:pt x="4475" y="2820"/>
                    <a:pt x="4622" y="2790"/>
                  </a:cubicBezTo>
                  <a:cubicBezTo>
                    <a:pt x="4824" y="2704"/>
                    <a:pt x="4970" y="2529"/>
                    <a:pt x="4998" y="2297"/>
                  </a:cubicBezTo>
                  <a:lnTo>
                    <a:pt x="5145" y="1163"/>
                  </a:lnTo>
                  <a:close/>
                  <a:moveTo>
                    <a:pt x="4622" y="0"/>
                  </a:moveTo>
                  <a:cubicBezTo>
                    <a:pt x="4301" y="0"/>
                    <a:pt x="4068" y="233"/>
                    <a:pt x="4040" y="523"/>
                  </a:cubicBezTo>
                  <a:lnTo>
                    <a:pt x="3924" y="1627"/>
                  </a:lnTo>
                  <a:lnTo>
                    <a:pt x="3052" y="930"/>
                  </a:lnTo>
                  <a:cubicBezTo>
                    <a:pt x="2944" y="849"/>
                    <a:pt x="2812" y="806"/>
                    <a:pt x="2680" y="806"/>
                  </a:cubicBezTo>
                  <a:cubicBezTo>
                    <a:pt x="2527" y="806"/>
                    <a:pt x="2376" y="864"/>
                    <a:pt x="2267" y="988"/>
                  </a:cubicBezTo>
                  <a:lnTo>
                    <a:pt x="960" y="2297"/>
                  </a:lnTo>
                  <a:cubicBezTo>
                    <a:pt x="756" y="2499"/>
                    <a:pt x="728" y="2820"/>
                    <a:pt x="930" y="3053"/>
                  </a:cubicBezTo>
                  <a:lnTo>
                    <a:pt x="1599" y="3894"/>
                  </a:lnTo>
                  <a:lnTo>
                    <a:pt x="523" y="4041"/>
                  </a:lnTo>
                  <a:cubicBezTo>
                    <a:pt x="232" y="4068"/>
                    <a:pt x="0" y="4301"/>
                    <a:pt x="0" y="4592"/>
                  </a:cubicBezTo>
                  <a:lnTo>
                    <a:pt x="0" y="6451"/>
                  </a:lnTo>
                  <a:cubicBezTo>
                    <a:pt x="0" y="6742"/>
                    <a:pt x="232" y="7005"/>
                    <a:pt x="523" y="7032"/>
                  </a:cubicBezTo>
                  <a:lnTo>
                    <a:pt x="1627" y="7149"/>
                  </a:lnTo>
                  <a:lnTo>
                    <a:pt x="930" y="8020"/>
                  </a:lnTo>
                  <a:cubicBezTo>
                    <a:pt x="756" y="8253"/>
                    <a:pt x="756" y="8574"/>
                    <a:pt x="960" y="8776"/>
                  </a:cubicBezTo>
                  <a:lnTo>
                    <a:pt x="2297" y="10085"/>
                  </a:lnTo>
                  <a:cubicBezTo>
                    <a:pt x="2410" y="10198"/>
                    <a:pt x="2560" y="10257"/>
                    <a:pt x="2710" y="10257"/>
                  </a:cubicBezTo>
                  <a:cubicBezTo>
                    <a:pt x="2830" y="10257"/>
                    <a:pt x="2950" y="10220"/>
                    <a:pt x="3052" y="10143"/>
                  </a:cubicBezTo>
                  <a:lnTo>
                    <a:pt x="3924" y="9446"/>
                  </a:lnTo>
                  <a:lnTo>
                    <a:pt x="4040" y="10520"/>
                  </a:lnTo>
                  <a:cubicBezTo>
                    <a:pt x="4068" y="10810"/>
                    <a:pt x="4301" y="11043"/>
                    <a:pt x="4622" y="11043"/>
                  </a:cubicBezTo>
                  <a:lnTo>
                    <a:pt x="6451" y="11043"/>
                  </a:lnTo>
                  <a:cubicBezTo>
                    <a:pt x="6772" y="11043"/>
                    <a:pt x="7004" y="10810"/>
                    <a:pt x="7032" y="10520"/>
                  </a:cubicBezTo>
                  <a:lnTo>
                    <a:pt x="7179" y="9415"/>
                  </a:lnTo>
                  <a:lnTo>
                    <a:pt x="8020" y="10113"/>
                  </a:lnTo>
                  <a:cubicBezTo>
                    <a:pt x="8132" y="10197"/>
                    <a:pt x="8271" y="10240"/>
                    <a:pt x="8408" y="10240"/>
                  </a:cubicBezTo>
                  <a:cubicBezTo>
                    <a:pt x="8555" y="10240"/>
                    <a:pt x="8700" y="10190"/>
                    <a:pt x="8806" y="10085"/>
                  </a:cubicBezTo>
                  <a:lnTo>
                    <a:pt x="10113" y="8776"/>
                  </a:lnTo>
                  <a:cubicBezTo>
                    <a:pt x="10317" y="8544"/>
                    <a:pt x="10345" y="8225"/>
                    <a:pt x="10171" y="7993"/>
                  </a:cubicBezTo>
                  <a:lnTo>
                    <a:pt x="9473" y="7149"/>
                  </a:lnTo>
                  <a:lnTo>
                    <a:pt x="10550" y="7032"/>
                  </a:lnTo>
                  <a:cubicBezTo>
                    <a:pt x="10840" y="7005"/>
                    <a:pt x="11073" y="6742"/>
                    <a:pt x="11073" y="6451"/>
                  </a:cubicBezTo>
                  <a:lnTo>
                    <a:pt x="11073" y="4592"/>
                  </a:lnTo>
                  <a:cubicBezTo>
                    <a:pt x="11073" y="4301"/>
                    <a:pt x="10840" y="4068"/>
                    <a:pt x="10550" y="4041"/>
                  </a:cubicBezTo>
                  <a:lnTo>
                    <a:pt x="9445" y="3894"/>
                  </a:lnTo>
                  <a:lnTo>
                    <a:pt x="10143" y="3053"/>
                  </a:lnTo>
                  <a:cubicBezTo>
                    <a:pt x="10345" y="2820"/>
                    <a:pt x="10317" y="2471"/>
                    <a:pt x="10113" y="2267"/>
                  </a:cubicBezTo>
                  <a:lnTo>
                    <a:pt x="8776" y="960"/>
                  </a:lnTo>
                  <a:cubicBezTo>
                    <a:pt x="8667" y="851"/>
                    <a:pt x="8525" y="792"/>
                    <a:pt x="8381" y="792"/>
                  </a:cubicBezTo>
                  <a:cubicBezTo>
                    <a:pt x="8255" y="792"/>
                    <a:pt x="8128" y="836"/>
                    <a:pt x="8020" y="930"/>
                  </a:cubicBezTo>
                  <a:lnTo>
                    <a:pt x="7179" y="1600"/>
                  </a:lnTo>
                  <a:lnTo>
                    <a:pt x="7032" y="523"/>
                  </a:lnTo>
                  <a:cubicBezTo>
                    <a:pt x="7004" y="233"/>
                    <a:pt x="6772" y="0"/>
                    <a:pt x="6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3"/>
            <p:cNvSpPr/>
            <p:nvPr/>
          </p:nvSpPr>
          <p:spPr>
            <a:xfrm>
              <a:off x="1358075" y="3655550"/>
              <a:ext cx="94450" cy="87025"/>
            </a:xfrm>
            <a:custGeom>
              <a:rect b="b" l="l" r="r" t="t"/>
              <a:pathLst>
                <a:path extrusionOk="0" h="3481" w="3778">
                  <a:moveTo>
                    <a:pt x="1976" y="1155"/>
                  </a:moveTo>
                  <a:cubicBezTo>
                    <a:pt x="2209" y="1155"/>
                    <a:pt x="2441" y="1300"/>
                    <a:pt x="2529" y="1532"/>
                  </a:cubicBezTo>
                  <a:cubicBezTo>
                    <a:pt x="2588" y="1678"/>
                    <a:pt x="2588" y="1823"/>
                    <a:pt x="2529" y="1969"/>
                  </a:cubicBezTo>
                  <a:cubicBezTo>
                    <a:pt x="2471" y="2113"/>
                    <a:pt x="2355" y="2229"/>
                    <a:pt x="2209" y="2288"/>
                  </a:cubicBezTo>
                  <a:cubicBezTo>
                    <a:pt x="2140" y="2315"/>
                    <a:pt x="2069" y="2328"/>
                    <a:pt x="1998" y="2328"/>
                  </a:cubicBezTo>
                  <a:cubicBezTo>
                    <a:pt x="1767" y="2328"/>
                    <a:pt x="1542" y="2191"/>
                    <a:pt x="1453" y="1969"/>
                  </a:cubicBezTo>
                  <a:cubicBezTo>
                    <a:pt x="1309" y="1678"/>
                    <a:pt x="1453" y="1330"/>
                    <a:pt x="1774" y="1213"/>
                  </a:cubicBezTo>
                  <a:cubicBezTo>
                    <a:pt x="1832" y="1183"/>
                    <a:pt x="1918" y="1155"/>
                    <a:pt x="1976" y="1155"/>
                  </a:cubicBezTo>
                  <a:close/>
                  <a:moveTo>
                    <a:pt x="1983" y="1"/>
                  </a:moveTo>
                  <a:cubicBezTo>
                    <a:pt x="1759" y="1"/>
                    <a:pt x="1530" y="44"/>
                    <a:pt x="1309" y="137"/>
                  </a:cubicBezTo>
                  <a:cubicBezTo>
                    <a:pt x="407" y="516"/>
                    <a:pt x="0" y="1532"/>
                    <a:pt x="379" y="2434"/>
                  </a:cubicBezTo>
                  <a:cubicBezTo>
                    <a:pt x="639" y="3101"/>
                    <a:pt x="1309" y="3480"/>
                    <a:pt x="1976" y="3480"/>
                  </a:cubicBezTo>
                  <a:cubicBezTo>
                    <a:pt x="2209" y="3480"/>
                    <a:pt x="2441" y="3450"/>
                    <a:pt x="2674" y="3364"/>
                  </a:cubicBezTo>
                  <a:cubicBezTo>
                    <a:pt x="3080" y="3189"/>
                    <a:pt x="3429" y="2841"/>
                    <a:pt x="3603" y="2404"/>
                  </a:cubicBezTo>
                  <a:cubicBezTo>
                    <a:pt x="3778" y="1969"/>
                    <a:pt x="3778" y="1504"/>
                    <a:pt x="3603" y="1067"/>
                  </a:cubicBezTo>
                  <a:cubicBezTo>
                    <a:pt x="3319" y="410"/>
                    <a:pt x="2671" y="1"/>
                    <a:pt x="1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3"/>
            <p:cNvSpPr/>
            <p:nvPr/>
          </p:nvSpPr>
          <p:spPr>
            <a:xfrm>
              <a:off x="1269425" y="3563000"/>
              <a:ext cx="276850" cy="272550"/>
            </a:xfrm>
            <a:custGeom>
              <a:rect b="b" l="l" r="r" t="t"/>
              <a:pathLst>
                <a:path extrusionOk="0" h="10902" w="11074">
                  <a:moveTo>
                    <a:pt x="6801" y="1312"/>
                  </a:moveTo>
                  <a:lnTo>
                    <a:pt x="7528" y="1603"/>
                  </a:lnTo>
                  <a:lnTo>
                    <a:pt x="7238" y="2677"/>
                  </a:lnTo>
                  <a:cubicBezTo>
                    <a:pt x="7149" y="2909"/>
                    <a:pt x="7238" y="3142"/>
                    <a:pt x="7412" y="3288"/>
                  </a:cubicBezTo>
                  <a:cubicBezTo>
                    <a:pt x="7498" y="3374"/>
                    <a:pt x="7614" y="3463"/>
                    <a:pt x="7703" y="3579"/>
                  </a:cubicBezTo>
                  <a:cubicBezTo>
                    <a:pt x="7811" y="3710"/>
                    <a:pt x="7969" y="3775"/>
                    <a:pt x="8127" y="3775"/>
                  </a:cubicBezTo>
                  <a:cubicBezTo>
                    <a:pt x="8180" y="3775"/>
                    <a:pt x="8233" y="3768"/>
                    <a:pt x="8284" y="3753"/>
                  </a:cubicBezTo>
                  <a:lnTo>
                    <a:pt x="9358" y="3432"/>
                  </a:lnTo>
                  <a:lnTo>
                    <a:pt x="9679" y="4160"/>
                  </a:lnTo>
                  <a:lnTo>
                    <a:pt x="8691" y="4711"/>
                  </a:lnTo>
                  <a:cubicBezTo>
                    <a:pt x="8486" y="4799"/>
                    <a:pt x="8370" y="5032"/>
                    <a:pt x="8400" y="5234"/>
                  </a:cubicBezTo>
                  <a:lnTo>
                    <a:pt x="8400" y="5641"/>
                  </a:lnTo>
                  <a:cubicBezTo>
                    <a:pt x="8370" y="5845"/>
                    <a:pt x="8486" y="6078"/>
                    <a:pt x="8691" y="6164"/>
                  </a:cubicBezTo>
                  <a:lnTo>
                    <a:pt x="9679" y="6717"/>
                  </a:lnTo>
                  <a:lnTo>
                    <a:pt x="9388" y="7442"/>
                  </a:lnTo>
                  <a:lnTo>
                    <a:pt x="8312" y="7124"/>
                  </a:lnTo>
                  <a:cubicBezTo>
                    <a:pt x="8263" y="7112"/>
                    <a:pt x="8214" y="7106"/>
                    <a:pt x="8166" y="7106"/>
                  </a:cubicBezTo>
                  <a:cubicBezTo>
                    <a:pt x="7986" y="7106"/>
                    <a:pt x="7817" y="7189"/>
                    <a:pt x="7703" y="7326"/>
                  </a:cubicBezTo>
                  <a:cubicBezTo>
                    <a:pt x="7614" y="7415"/>
                    <a:pt x="7528" y="7501"/>
                    <a:pt x="7412" y="7589"/>
                  </a:cubicBezTo>
                  <a:cubicBezTo>
                    <a:pt x="7238" y="7733"/>
                    <a:pt x="7180" y="7966"/>
                    <a:pt x="7238" y="8198"/>
                  </a:cubicBezTo>
                  <a:lnTo>
                    <a:pt x="7556" y="9274"/>
                  </a:lnTo>
                  <a:lnTo>
                    <a:pt x="6831" y="9565"/>
                  </a:lnTo>
                  <a:lnTo>
                    <a:pt x="6278" y="8605"/>
                  </a:lnTo>
                  <a:cubicBezTo>
                    <a:pt x="6161" y="8403"/>
                    <a:pt x="5959" y="8286"/>
                    <a:pt x="5727" y="8286"/>
                  </a:cubicBezTo>
                  <a:cubicBezTo>
                    <a:pt x="5669" y="8300"/>
                    <a:pt x="5603" y="8307"/>
                    <a:pt x="5537" y="8307"/>
                  </a:cubicBezTo>
                  <a:cubicBezTo>
                    <a:pt x="5472" y="8307"/>
                    <a:pt x="5406" y="8300"/>
                    <a:pt x="5348" y="8286"/>
                  </a:cubicBezTo>
                  <a:cubicBezTo>
                    <a:pt x="5115" y="8286"/>
                    <a:pt x="4913" y="8403"/>
                    <a:pt x="4797" y="8605"/>
                  </a:cubicBezTo>
                  <a:lnTo>
                    <a:pt x="4274" y="9593"/>
                  </a:lnTo>
                  <a:lnTo>
                    <a:pt x="3518" y="9274"/>
                  </a:lnTo>
                  <a:lnTo>
                    <a:pt x="3837" y="8198"/>
                  </a:lnTo>
                  <a:cubicBezTo>
                    <a:pt x="3895" y="7996"/>
                    <a:pt x="3837" y="7763"/>
                    <a:pt x="3662" y="7617"/>
                  </a:cubicBezTo>
                  <a:cubicBezTo>
                    <a:pt x="3546" y="7531"/>
                    <a:pt x="3460" y="7442"/>
                    <a:pt x="3372" y="7326"/>
                  </a:cubicBezTo>
                  <a:cubicBezTo>
                    <a:pt x="3264" y="7195"/>
                    <a:pt x="3106" y="7130"/>
                    <a:pt x="2936" y="7130"/>
                  </a:cubicBezTo>
                  <a:cubicBezTo>
                    <a:pt x="2879" y="7130"/>
                    <a:pt x="2821" y="7137"/>
                    <a:pt x="2763" y="7152"/>
                  </a:cubicBezTo>
                  <a:lnTo>
                    <a:pt x="1686" y="7473"/>
                  </a:lnTo>
                  <a:lnTo>
                    <a:pt x="1396" y="6745"/>
                  </a:lnTo>
                  <a:lnTo>
                    <a:pt x="2384" y="6194"/>
                  </a:lnTo>
                  <a:cubicBezTo>
                    <a:pt x="2558" y="6078"/>
                    <a:pt x="2674" y="5873"/>
                    <a:pt x="2674" y="5641"/>
                  </a:cubicBezTo>
                  <a:lnTo>
                    <a:pt x="2674" y="5264"/>
                  </a:lnTo>
                  <a:cubicBezTo>
                    <a:pt x="2674" y="5032"/>
                    <a:pt x="2558" y="4827"/>
                    <a:pt x="2356" y="4711"/>
                  </a:cubicBezTo>
                  <a:lnTo>
                    <a:pt x="1368" y="4188"/>
                  </a:lnTo>
                  <a:lnTo>
                    <a:pt x="1686" y="3463"/>
                  </a:lnTo>
                  <a:lnTo>
                    <a:pt x="2763" y="3753"/>
                  </a:lnTo>
                  <a:cubicBezTo>
                    <a:pt x="2821" y="3768"/>
                    <a:pt x="2879" y="3775"/>
                    <a:pt x="2936" y="3775"/>
                  </a:cubicBezTo>
                  <a:cubicBezTo>
                    <a:pt x="3106" y="3775"/>
                    <a:pt x="3264" y="3710"/>
                    <a:pt x="3372" y="3579"/>
                  </a:cubicBezTo>
                  <a:cubicBezTo>
                    <a:pt x="3460" y="3490"/>
                    <a:pt x="3546" y="3374"/>
                    <a:pt x="3634" y="3316"/>
                  </a:cubicBezTo>
                  <a:cubicBezTo>
                    <a:pt x="3809" y="3142"/>
                    <a:pt x="3895" y="2909"/>
                    <a:pt x="3809" y="2707"/>
                  </a:cubicBezTo>
                  <a:lnTo>
                    <a:pt x="3488" y="1631"/>
                  </a:lnTo>
                  <a:lnTo>
                    <a:pt x="4244" y="1312"/>
                  </a:lnTo>
                  <a:lnTo>
                    <a:pt x="4767" y="2300"/>
                  </a:lnTo>
                  <a:cubicBezTo>
                    <a:pt x="4871" y="2482"/>
                    <a:pt x="5071" y="2595"/>
                    <a:pt x="5259" y="2595"/>
                  </a:cubicBezTo>
                  <a:cubicBezTo>
                    <a:pt x="5279" y="2595"/>
                    <a:pt x="5300" y="2594"/>
                    <a:pt x="5320" y="2591"/>
                  </a:cubicBezTo>
                  <a:lnTo>
                    <a:pt x="5727" y="2591"/>
                  </a:lnTo>
                  <a:cubicBezTo>
                    <a:pt x="5747" y="2594"/>
                    <a:pt x="5767" y="2595"/>
                    <a:pt x="5787" y="2595"/>
                  </a:cubicBezTo>
                  <a:cubicBezTo>
                    <a:pt x="5973" y="2595"/>
                    <a:pt x="6170" y="2482"/>
                    <a:pt x="6250" y="2300"/>
                  </a:cubicBezTo>
                  <a:lnTo>
                    <a:pt x="6801" y="1312"/>
                  </a:lnTo>
                  <a:close/>
                  <a:moveTo>
                    <a:pt x="6552" y="0"/>
                  </a:moveTo>
                  <a:cubicBezTo>
                    <a:pt x="6332" y="0"/>
                    <a:pt x="6125" y="99"/>
                    <a:pt x="6017" y="294"/>
                  </a:cubicBezTo>
                  <a:lnTo>
                    <a:pt x="5522" y="1224"/>
                  </a:lnTo>
                  <a:lnTo>
                    <a:pt x="4999" y="294"/>
                  </a:lnTo>
                  <a:cubicBezTo>
                    <a:pt x="4894" y="124"/>
                    <a:pt x="4693" y="16"/>
                    <a:pt x="4492" y="16"/>
                  </a:cubicBezTo>
                  <a:cubicBezTo>
                    <a:pt x="4418" y="16"/>
                    <a:pt x="4344" y="30"/>
                    <a:pt x="4274" y="61"/>
                  </a:cubicBezTo>
                  <a:lnTo>
                    <a:pt x="2558" y="759"/>
                  </a:lnTo>
                  <a:cubicBezTo>
                    <a:pt x="2298" y="875"/>
                    <a:pt x="2151" y="1166"/>
                    <a:pt x="2240" y="1456"/>
                  </a:cubicBezTo>
                  <a:lnTo>
                    <a:pt x="2530" y="2502"/>
                  </a:lnTo>
                  <a:lnTo>
                    <a:pt x="1484" y="2184"/>
                  </a:lnTo>
                  <a:cubicBezTo>
                    <a:pt x="1445" y="2175"/>
                    <a:pt x="1405" y="2171"/>
                    <a:pt x="1364" y="2171"/>
                  </a:cubicBezTo>
                  <a:cubicBezTo>
                    <a:pt x="1131" y="2171"/>
                    <a:pt x="886" y="2309"/>
                    <a:pt x="787" y="2533"/>
                  </a:cubicBezTo>
                  <a:lnTo>
                    <a:pt x="117" y="4218"/>
                  </a:lnTo>
                  <a:cubicBezTo>
                    <a:pt x="1" y="4509"/>
                    <a:pt x="117" y="4827"/>
                    <a:pt x="380" y="4943"/>
                  </a:cubicBezTo>
                  <a:lnTo>
                    <a:pt x="1310" y="5466"/>
                  </a:lnTo>
                  <a:lnTo>
                    <a:pt x="380" y="5990"/>
                  </a:lnTo>
                  <a:cubicBezTo>
                    <a:pt x="117" y="6136"/>
                    <a:pt x="1" y="6427"/>
                    <a:pt x="117" y="6717"/>
                  </a:cubicBezTo>
                  <a:lnTo>
                    <a:pt x="815" y="8403"/>
                  </a:lnTo>
                  <a:cubicBezTo>
                    <a:pt x="908" y="8611"/>
                    <a:pt x="1113" y="8747"/>
                    <a:pt x="1341" y="8747"/>
                  </a:cubicBezTo>
                  <a:cubicBezTo>
                    <a:pt x="1397" y="8747"/>
                    <a:pt x="1454" y="8739"/>
                    <a:pt x="1512" y="8721"/>
                  </a:cubicBezTo>
                  <a:lnTo>
                    <a:pt x="2558" y="8430"/>
                  </a:lnTo>
                  <a:lnTo>
                    <a:pt x="2268" y="9477"/>
                  </a:lnTo>
                  <a:cubicBezTo>
                    <a:pt x="2182" y="9739"/>
                    <a:pt x="2326" y="10058"/>
                    <a:pt x="2616" y="10174"/>
                  </a:cubicBezTo>
                  <a:cubicBezTo>
                    <a:pt x="4322" y="10878"/>
                    <a:pt x="4363" y="10902"/>
                    <a:pt x="4501" y="10902"/>
                  </a:cubicBezTo>
                  <a:cubicBezTo>
                    <a:pt x="4511" y="10902"/>
                    <a:pt x="4522" y="10902"/>
                    <a:pt x="4534" y="10902"/>
                  </a:cubicBezTo>
                  <a:cubicBezTo>
                    <a:pt x="4739" y="10902"/>
                    <a:pt x="4941" y="10785"/>
                    <a:pt x="5029" y="10611"/>
                  </a:cubicBezTo>
                  <a:lnTo>
                    <a:pt x="5552" y="9651"/>
                  </a:lnTo>
                  <a:lnTo>
                    <a:pt x="6075" y="10581"/>
                  </a:lnTo>
                  <a:cubicBezTo>
                    <a:pt x="6182" y="10774"/>
                    <a:pt x="6368" y="10889"/>
                    <a:pt x="6574" y="10889"/>
                  </a:cubicBezTo>
                  <a:cubicBezTo>
                    <a:pt x="6648" y="10889"/>
                    <a:pt x="6724" y="10874"/>
                    <a:pt x="6801" y="10844"/>
                  </a:cubicBezTo>
                  <a:lnTo>
                    <a:pt x="8486" y="10146"/>
                  </a:lnTo>
                  <a:cubicBezTo>
                    <a:pt x="8777" y="10030"/>
                    <a:pt x="8923" y="9739"/>
                    <a:pt x="8835" y="9449"/>
                  </a:cubicBezTo>
                  <a:lnTo>
                    <a:pt x="8516" y="8403"/>
                  </a:lnTo>
                  <a:lnTo>
                    <a:pt x="9562" y="8693"/>
                  </a:lnTo>
                  <a:cubicBezTo>
                    <a:pt x="9619" y="8710"/>
                    <a:pt x="9677" y="8718"/>
                    <a:pt x="9732" y="8718"/>
                  </a:cubicBezTo>
                  <a:cubicBezTo>
                    <a:pt x="9960" y="8718"/>
                    <a:pt x="10166" y="8583"/>
                    <a:pt x="10260" y="8372"/>
                  </a:cubicBezTo>
                  <a:lnTo>
                    <a:pt x="10957" y="6659"/>
                  </a:lnTo>
                  <a:cubicBezTo>
                    <a:pt x="11074" y="6396"/>
                    <a:pt x="10957" y="6078"/>
                    <a:pt x="10695" y="5931"/>
                  </a:cubicBezTo>
                  <a:lnTo>
                    <a:pt x="9765" y="5439"/>
                  </a:lnTo>
                  <a:lnTo>
                    <a:pt x="10695" y="4915"/>
                  </a:lnTo>
                  <a:cubicBezTo>
                    <a:pt x="10957" y="4769"/>
                    <a:pt x="11074" y="4451"/>
                    <a:pt x="10957" y="4188"/>
                  </a:cubicBezTo>
                  <a:lnTo>
                    <a:pt x="10260" y="2502"/>
                  </a:lnTo>
                  <a:cubicBezTo>
                    <a:pt x="10167" y="2294"/>
                    <a:pt x="9942" y="2158"/>
                    <a:pt x="9707" y="2158"/>
                  </a:cubicBezTo>
                  <a:cubicBezTo>
                    <a:pt x="9649" y="2158"/>
                    <a:pt x="9590" y="2166"/>
                    <a:pt x="9532" y="2184"/>
                  </a:cubicBezTo>
                  <a:lnTo>
                    <a:pt x="8486" y="2475"/>
                  </a:lnTo>
                  <a:lnTo>
                    <a:pt x="8486" y="2475"/>
                  </a:lnTo>
                  <a:lnTo>
                    <a:pt x="8807" y="1428"/>
                  </a:lnTo>
                  <a:cubicBezTo>
                    <a:pt x="8893" y="1138"/>
                    <a:pt x="8719" y="847"/>
                    <a:pt x="8458" y="731"/>
                  </a:cubicBezTo>
                  <a:lnTo>
                    <a:pt x="6773" y="34"/>
                  </a:lnTo>
                  <a:cubicBezTo>
                    <a:pt x="6700" y="11"/>
                    <a:pt x="6625" y="0"/>
                    <a:pt x="6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3"/>
            <p:cNvSpPr/>
            <p:nvPr/>
          </p:nvSpPr>
          <p:spPr>
            <a:xfrm>
              <a:off x="1353000" y="3383275"/>
              <a:ext cx="125675" cy="142350"/>
            </a:xfrm>
            <a:custGeom>
              <a:rect b="b" l="l" r="r" t="t"/>
              <a:pathLst>
                <a:path extrusionOk="0" h="5694" w="5027">
                  <a:moveTo>
                    <a:pt x="1524" y="1"/>
                  </a:moveTo>
                  <a:cubicBezTo>
                    <a:pt x="1346" y="1"/>
                    <a:pt x="1169" y="77"/>
                    <a:pt x="1047" y="218"/>
                  </a:cubicBezTo>
                  <a:lnTo>
                    <a:pt x="175" y="1411"/>
                  </a:lnTo>
                  <a:cubicBezTo>
                    <a:pt x="1" y="1643"/>
                    <a:pt x="29" y="1962"/>
                    <a:pt x="233" y="2166"/>
                  </a:cubicBezTo>
                  <a:lnTo>
                    <a:pt x="1191" y="3096"/>
                  </a:lnTo>
                  <a:cubicBezTo>
                    <a:pt x="1307" y="3212"/>
                    <a:pt x="1460" y="3271"/>
                    <a:pt x="1609" y="3271"/>
                  </a:cubicBezTo>
                  <a:cubicBezTo>
                    <a:pt x="1758" y="3271"/>
                    <a:pt x="1904" y="3212"/>
                    <a:pt x="2005" y="3096"/>
                  </a:cubicBezTo>
                  <a:cubicBezTo>
                    <a:pt x="2237" y="2892"/>
                    <a:pt x="2237" y="2515"/>
                    <a:pt x="2005" y="2283"/>
                  </a:cubicBezTo>
                  <a:lnTo>
                    <a:pt x="1919" y="2194"/>
                  </a:lnTo>
                  <a:lnTo>
                    <a:pt x="1919" y="2194"/>
                  </a:lnTo>
                  <a:cubicBezTo>
                    <a:pt x="2326" y="2252"/>
                    <a:pt x="2702" y="2457"/>
                    <a:pt x="3023" y="2747"/>
                  </a:cubicBezTo>
                  <a:cubicBezTo>
                    <a:pt x="3604" y="3329"/>
                    <a:pt x="3779" y="4170"/>
                    <a:pt x="3488" y="4898"/>
                  </a:cubicBezTo>
                  <a:cubicBezTo>
                    <a:pt x="3372" y="5216"/>
                    <a:pt x="3516" y="5537"/>
                    <a:pt x="3837" y="5653"/>
                  </a:cubicBezTo>
                  <a:cubicBezTo>
                    <a:pt x="3905" y="5681"/>
                    <a:pt x="3976" y="5693"/>
                    <a:pt x="4046" y="5693"/>
                  </a:cubicBezTo>
                  <a:cubicBezTo>
                    <a:pt x="4277" y="5693"/>
                    <a:pt x="4503" y="5555"/>
                    <a:pt x="4592" y="5333"/>
                  </a:cubicBezTo>
                  <a:cubicBezTo>
                    <a:pt x="5027" y="4142"/>
                    <a:pt x="4736" y="2806"/>
                    <a:pt x="3837" y="1934"/>
                  </a:cubicBezTo>
                  <a:cubicBezTo>
                    <a:pt x="3314" y="1411"/>
                    <a:pt x="2644" y="1090"/>
                    <a:pt x="1919" y="1004"/>
                  </a:cubicBezTo>
                  <a:lnTo>
                    <a:pt x="1977" y="916"/>
                  </a:lnTo>
                  <a:cubicBezTo>
                    <a:pt x="2179" y="655"/>
                    <a:pt x="2121" y="307"/>
                    <a:pt x="1861" y="102"/>
                  </a:cubicBezTo>
                  <a:cubicBezTo>
                    <a:pt x="1757" y="33"/>
                    <a:pt x="1640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3"/>
            <p:cNvSpPr/>
            <p:nvPr/>
          </p:nvSpPr>
          <p:spPr>
            <a:xfrm>
              <a:off x="1118325" y="3641375"/>
              <a:ext cx="125750" cy="142750"/>
            </a:xfrm>
            <a:custGeom>
              <a:rect b="b" l="l" r="r" t="t"/>
              <a:pathLst>
                <a:path extrusionOk="0" h="5710" w="5030">
                  <a:moveTo>
                    <a:pt x="1019" y="1"/>
                  </a:moveTo>
                  <a:cubicBezTo>
                    <a:pt x="775" y="1"/>
                    <a:pt x="557" y="157"/>
                    <a:pt x="466" y="386"/>
                  </a:cubicBezTo>
                  <a:cubicBezTo>
                    <a:pt x="1" y="1548"/>
                    <a:pt x="291" y="2885"/>
                    <a:pt x="1193" y="3784"/>
                  </a:cubicBezTo>
                  <a:cubicBezTo>
                    <a:pt x="1716" y="4307"/>
                    <a:pt x="2383" y="4628"/>
                    <a:pt x="3111" y="4686"/>
                  </a:cubicBezTo>
                  <a:lnTo>
                    <a:pt x="3053" y="4772"/>
                  </a:lnTo>
                  <a:cubicBezTo>
                    <a:pt x="2848" y="5035"/>
                    <a:pt x="2907" y="5412"/>
                    <a:pt x="3169" y="5586"/>
                  </a:cubicBezTo>
                  <a:cubicBezTo>
                    <a:pt x="3275" y="5669"/>
                    <a:pt x="3396" y="5709"/>
                    <a:pt x="3516" y="5709"/>
                  </a:cubicBezTo>
                  <a:cubicBezTo>
                    <a:pt x="3690" y="5709"/>
                    <a:pt x="3862" y="5625"/>
                    <a:pt x="3983" y="5470"/>
                  </a:cubicBezTo>
                  <a:lnTo>
                    <a:pt x="4855" y="4307"/>
                  </a:lnTo>
                  <a:cubicBezTo>
                    <a:pt x="5029" y="4075"/>
                    <a:pt x="4999" y="3756"/>
                    <a:pt x="4797" y="3552"/>
                  </a:cubicBezTo>
                  <a:lnTo>
                    <a:pt x="3836" y="2594"/>
                  </a:lnTo>
                  <a:cubicBezTo>
                    <a:pt x="3720" y="2478"/>
                    <a:pt x="3575" y="2420"/>
                    <a:pt x="3430" y="2420"/>
                  </a:cubicBezTo>
                  <a:cubicBezTo>
                    <a:pt x="3284" y="2420"/>
                    <a:pt x="3139" y="2478"/>
                    <a:pt x="3023" y="2594"/>
                  </a:cubicBezTo>
                  <a:cubicBezTo>
                    <a:pt x="2790" y="2827"/>
                    <a:pt x="2790" y="3203"/>
                    <a:pt x="3023" y="3408"/>
                  </a:cubicBezTo>
                  <a:lnTo>
                    <a:pt x="3139" y="3524"/>
                  </a:lnTo>
                  <a:cubicBezTo>
                    <a:pt x="2704" y="3466"/>
                    <a:pt x="2325" y="3261"/>
                    <a:pt x="2007" y="2943"/>
                  </a:cubicBezTo>
                  <a:cubicBezTo>
                    <a:pt x="1454" y="2390"/>
                    <a:pt x="1251" y="1548"/>
                    <a:pt x="1542" y="792"/>
                  </a:cubicBezTo>
                  <a:cubicBezTo>
                    <a:pt x="1658" y="502"/>
                    <a:pt x="1512" y="153"/>
                    <a:pt x="1221" y="37"/>
                  </a:cubicBezTo>
                  <a:cubicBezTo>
                    <a:pt x="1153" y="12"/>
                    <a:pt x="1085" y="1"/>
                    <a:pt x="1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43"/>
          <p:cNvGrpSpPr/>
          <p:nvPr/>
        </p:nvGrpSpPr>
        <p:grpSpPr>
          <a:xfrm>
            <a:off x="186298" y="3337289"/>
            <a:ext cx="496225" cy="496225"/>
            <a:chOff x="1776525" y="3339325"/>
            <a:chExt cx="496225" cy="496225"/>
          </a:xfrm>
        </p:grpSpPr>
        <p:sp>
          <p:nvSpPr>
            <p:cNvPr id="353" name="Google Shape;353;p43"/>
            <p:cNvSpPr/>
            <p:nvPr/>
          </p:nvSpPr>
          <p:spPr>
            <a:xfrm>
              <a:off x="2101275" y="3396750"/>
              <a:ext cx="31225" cy="30525"/>
            </a:xfrm>
            <a:custGeom>
              <a:rect b="b" l="l" r="r" t="t"/>
              <a:pathLst>
                <a:path extrusionOk="0" h="1221" w="1249">
                  <a:moveTo>
                    <a:pt x="640" y="0"/>
                  </a:moveTo>
                  <a:cubicBezTo>
                    <a:pt x="291" y="0"/>
                    <a:pt x="1" y="291"/>
                    <a:pt x="1" y="609"/>
                  </a:cubicBezTo>
                  <a:cubicBezTo>
                    <a:pt x="1" y="958"/>
                    <a:pt x="291" y="1220"/>
                    <a:pt x="640" y="1220"/>
                  </a:cubicBezTo>
                  <a:cubicBezTo>
                    <a:pt x="958" y="1220"/>
                    <a:pt x="1249" y="958"/>
                    <a:pt x="1249" y="609"/>
                  </a:cubicBezTo>
                  <a:cubicBezTo>
                    <a:pt x="1249" y="291"/>
                    <a:pt x="95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3"/>
            <p:cNvSpPr/>
            <p:nvPr/>
          </p:nvSpPr>
          <p:spPr>
            <a:xfrm>
              <a:off x="1917450" y="3397425"/>
              <a:ext cx="95925" cy="29100"/>
            </a:xfrm>
            <a:custGeom>
              <a:rect b="b" l="l" r="r" t="t"/>
              <a:pathLst>
                <a:path extrusionOk="0" h="1164" w="3837">
                  <a:moveTo>
                    <a:pt x="582" y="1"/>
                  </a:moveTo>
                  <a:cubicBezTo>
                    <a:pt x="263" y="1"/>
                    <a:pt x="1" y="264"/>
                    <a:pt x="1" y="582"/>
                  </a:cubicBezTo>
                  <a:cubicBezTo>
                    <a:pt x="1" y="903"/>
                    <a:pt x="263" y="1163"/>
                    <a:pt x="582" y="1163"/>
                  </a:cubicBezTo>
                  <a:lnTo>
                    <a:pt x="3255" y="1163"/>
                  </a:lnTo>
                  <a:cubicBezTo>
                    <a:pt x="3576" y="1163"/>
                    <a:pt x="3836" y="903"/>
                    <a:pt x="3836" y="582"/>
                  </a:cubicBezTo>
                  <a:cubicBezTo>
                    <a:pt x="3836" y="264"/>
                    <a:pt x="3576" y="1"/>
                    <a:pt x="3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3"/>
            <p:cNvSpPr/>
            <p:nvPr/>
          </p:nvSpPr>
          <p:spPr>
            <a:xfrm>
              <a:off x="2101275" y="3512975"/>
              <a:ext cx="31225" cy="30525"/>
            </a:xfrm>
            <a:custGeom>
              <a:rect b="b" l="l" r="r" t="t"/>
              <a:pathLst>
                <a:path extrusionOk="0" h="1221" w="1249">
                  <a:moveTo>
                    <a:pt x="640" y="0"/>
                  </a:moveTo>
                  <a:cubicBezTo>
                    <a:pt x="291" y="0"/>
                    <a:pt x="1" y="291"/>
                    <a:pt x="1" y="610"/>
                  </a:cubicBezTo>
                  <a:cubicBezTo>
                    <a:pt x="1" y="958"/>
                    <a:pt x="291" y="1221"/>
                    <a:pt x="640" y="1221"/>
                  </a:cubicBezTo>
                  <a:cubicBezTo>
                    <a:pt x="958" y="1221"/>
                    <a:pt x="1249" y="958"/>
                    <a:pt x="1249" y="610"/>
                  </a:cubicBezTo>
                  <a:cubicBezTo>
                    <a:pt x="1249" y="291"/>
                    <a:pt x="95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3"/>
            <p:cNvSpPr/>
            <p:nvPr/>
          </p:nvSpPr>
          <p:spPr>
            <a:xfrm>
              <a:off x="1917450" y="3513675"/>
              <a:ext cx="95925" cy="29075"/>
            </a:xfrm>
            <a:custGeom>
              <a:rect b="b" l="l" r="r" t="t"/>
              <a:pathLst>
                <a:path extrusionOk="0" h="1163" w="3837">
                  <a:moveTo>
                    <a:pt x="582" y="0"/>
                  </a:moveTo>
                  <a:cubicBezTo>
                    <a:pt x="263" y="0"/>
                    <a:pt x="1" y="263"/>
                    <a:pt x="1" y="582"/>
                  </a:cubicBezTo>
                  <a:cubicBezTo>
                    <a:pt x="1" y="902"/>
                    <a:pt x="263" y="1163"/>
                    <a:pt x="582" y="1163"/>
                  </a:cubicBezTo>
                  <a:lnTo>
                    <a:pt x="3255" y="1163"/>
                  </a:lnTo>
                  <a:cubicBezTo>
                    <a:pt x="3576" y="1163"/>
                    <a:pt x="3836" y="902"/>
                    <a:pt x="3836" y="582"/>
                  </a:cubicBezTo>
                  <a:cubicBezTo>
                    <a:pt x="3836" y="263"/>
                    <a:pt x="3576" y="0"/>
                    <a:pt x="3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3"/>
            <p:cNvSpPr/>
            <p:nvPr/>
          </p:nvSpPr>
          <p:spPr>
            <a:xfrm>
              <a:off x="1776525" y="3339325"/>
              <a:ext cx="496225" cy="496225"/>
            </a:xfrm>
            <a:custGeom>
              <a:rect b="b" l="l" r="r" t="t"/>
              <a:pathLst>
                <a:path extrusionOk="0" h="19849" w="19849">
                  <a:moveTo>
                    <a:pt x="15141" y="1163"/>
                  </a:moveTo>
                  <a:cubicBezTo>
                    <a:pt x="15257" y="1163"/>
                    <a:pt x="15373" y="1279"/>
                    <a:pt x="15373" y="1395"/>
                  </a:cubicBezTo>
                  <a:lnTo>
                    <a:pt x="15373" y="4447"/>
                  </a:lnTo>
                  <a:cubicBezTo>
                    <a:pt x="15373" y="4564"/>
                    <a:pt x="15257" y="4650"/>
                    <a:pt x="15141" y="4650"/>
                  </a:cubicBezTo>
                  <a:lnTo>
                    <a:pt x="4680" y="4650"/>
                  </a:lnTo>
                  <a:cubicBezTo>
                    <a:pt x="4563" y="4650"/>
                    <a:pt x="4475" y="4564"/>
                    <a:pt x="4475" y="4447"/>
                  </a:cubicBezTo>
                  <a:lnTo>
                    <a:pt x="4475" y="1395"/>
                  </a:lnTo>
                  <a:cubicBezTo>
                    <a:pt x="4475" y="1279"/>
                    <a:pt x="4563" y="1163"/>
                    <a:pt x="4680" y="1163"/>
                  </a:cubicBezTo>
                  <a:close/>
                  <a:moveTo>
                    <a:pt x="15141" y="5812"/>
                  </a:moveTo>
                  <a:cubicBezTo>
                    <a:pt x="15257" y="5812"/>
                    <a:pt x="15373" y="5928"/>
                    <a:pt x="15373" y="6044"/>
                  </a:cubicBezTo>
                  <a:lnTo>
                    <a:pt x="15373" y="9097"/>
                  </a:lnTo>
                  <a:cubicBezTo>
                    <a:pt x="15373" y="9213"/>
                    <a:pt x="15257" y="9299"/>
                    <a:pt x="15141" y="9299"/>
                  </a:cubicBezTo>
                  <a:lnTo>
                    <a:pt x="4680" y="9299"/>
                  </a:lnTo>
                  <a:cubicBezTo>
                    <a:pt x="4563" y="9299"/>
                    <a:pt x="4475" y="9213"/>
                    <a:pt x="4475" y="9097"/>
                  </a:cubicBezTo>
                  <a:lnTo>
                    <a:pt x="4475" y="6044"/>
                  </a:lnTo>
                  <a:cubicBezTo>
                    <a:pt x="4475" y="5928"/>
                    <a:pt x="4563" y="5812"/>
                    <a:pt x="4680" y="5812"/>
                  </a:cubicBezTo>
                  <a:close/>
                  <a:moveTo>
                    <a:pt x="3866" y="17524"/>
                  </a:moveTo>
                  <a:lnTo>
                    <a:pt x="3866" y="18686"/>
                  </a:lnTo>
                  <a:lnTo>
                    <a:pt x="1162" y="18686"/>
                  </a:lnTo>
                  <a:lnTo>
                    <a:pt x="1162" y="17524"/>
                  </a:lnTo>
                  <a:close/>
                  <a:moveTo>
                    <a:pt x="11275" y="17524"/>
                  </a:moveTo>
                  <a:lnTo>
                    <a:pt x="11275" y="18686"/>
                  </a:lnTo>
                  <a:lnTo>
                    <a:pt x="8574" y="18686"/>
                  </a:lnTo>
                  <a:lnTo>
                    <a:pt x="8574" y="17524"/>
                  </a:lnTo>
                  <a:close/>
                  <a:moveTo>
                    <a:pt x="18686" y="17524"/>
                  </a:moveTo>
                  <a:lnTo>
                    <a:pt x="18686" y="18686"/>
                  </a:lnTo>
                  <a:lnTo>
                    <a:pt x="15955" y="18686"/>
                  </a:lnTo>
                  <a:lnTo>
                    <a:pt x="15955" y="17524"/>
                  </a:lnTo>
                  <a:close/>
                  <a:moveTo>
                    <a:pt x="4680" y="0"/>
                  </a:moveTo>
                  <a:cubicBezTo>
                    <a:pt x="3924" y="0"/>
                    <a:pt x="3313" y="639"/>
                    <a:pt x="3313" y="1395"/>
                  </a:cubicBezTo>
                  <a:lnTo>
                    <a:pt x="3313" y="4447"/>
                  </a:lnTo>
                  <a:cubicBezTo>
                    <a:pt x="3313" y="4738"/>
                    <a:pt x="3401" y="5029"/>
                    <a:pt x="3575" y="5231"/>
                  </a:cubicBezTo>
                  <a:cubicBezTo>
                    <a:pt x="3401" y="5463"/>
                    <a:pt x="3313" y="5754"/>
                    <a:pt x="3313" y="6044"/>
                  </a:cubicBezTo>
                  <a:lnTo>
                    <a:pt x="3313" y="9097"/>
                  </a:lnTo>
                  <a:cubicBezTo>
                    <a:pt x="3313" y="9852"/>
                    <a:pt x="3924" y="10461"/>
                    <a:pt x="4680" y="10461"/>
                  </a:cubicBezTo>
                  <a:lnTo>
                    <a:pt x="9329" y="10461"/>
                  </a:lnTo>
                  <a:lnTo>
                    <a:pt x="9329" y="12844"/>
                  </a:lnTo>
                  <a:lnTo>
                    <a:pt x="2529" y="12844"/>
                  </a:lnTo>
                  <a:cubicBezTo>
                    <a:pt x="2209" y="12844"/>
                    <a:pt x="1948" y="13107"/>
                    <a:pt x="1948" y="13425"/>
                  </a:cubicBezTo>
                  <a:lnTo>
                    <a:pt x="1948" y="16362"/>
                  </a:lnTo>
                  <a:lnTo>
                    <a:pt x="581" y="16362"/>
                  </a:lnTo>
                  <a:cubicBezTo>
                    <a:pt x="263" y="16362"/>
                    <a:pt x="0" y="16622"/>
                    <a:pt x="0" y="16943"/>
                  </a:cubicBezTo>
                  <a:lnTo>
                    <a:pt x="0" y="19267"/>
                  </a:lnTo>
                  <a:cubicBezTo>
                    <a:pt x="0" y="19586"/>
                    <a:pt x="263" y="19849"/>
                    <a:pt x="581" y="19849"/>
                  </a:cubicBezTo>
                  <a:lnTo>
                    <a:pt x="4447" y="19849"/>
                  </a:lnTo>
                  <a:cubicBezTo>
                    <a:pt x="4766" y="19849"/>
                    <a:pt x="5028" y="19586"/>
                    <a:pt x="5028" y="19267"/>
                  </a:cubicBezTo>
                  <a:lnTo>
                    <a:pt x="5028" y="16943"/>
                  </a:lnTo>
                  <a:cubicBezTo>
                    <a:pt x="5028" y="16622"/>
                    <a:pt x="4766" y="16362"/>
                    <a:pt x="4447" y="16362"/>
                  </a:cubicBezTo>
                  <a:lnTo>
                    <a:pt x="3111" y="16362"/>
                  </a:lnTo>
                  <a:lnTo>
                    <a:pt x="3111" y="14007"/>
                  </a:lnTo>
                  <a:lnTo>
                    <a:pt x="9329" y="14007"/>
                  </a:lnTo>
                  <a:lnTo>
                    <a:pt x="9329" y="16362"/>
                  </a:lnTo>
                  <a:lnTo>
                    <a:pt x="7992" y="16362"/>
                  </a:lnTo>
                  <a:cubicBezTo>
                    <a:pt x="7644" y="16362"/>
                    <a:pt x="7411" y="16622"/>
                    <a:pt x="7411" y="16943"/>
                  </a:cubicBezTo>
                  <a:lnTo>
                    <a:pt x="7411" y="19267"/>
                  </a:lnTo>
                  <a:cubicBezTo>
                    <a:pt x="7411" y="19586"/>
                    <a:pt x="7644" y="19849"/>
                    <a:pt x="7992" y="19849"/>
                  </a:cubicBezTo>
                  <a:lnTo>
                    <a:pt x="11856" y="19849"/>
                  </a:lnTo>
                  <a:cubicBezTo>
                    <a:pt x="12177" y="19849"/>
                    <a:pt x="12437" y="19586"/>
                    <a:pt x="12437" y="19267"/>
                  </a:cubicBezTo>
                  <a:lnTo>
                    <a:pt x="12437" y="16943"/>
                  </a:lnTo>
                  <a:cubicBezTo>
                    <a:pt x="12437" y="16622"/>
                    <a:pt x="12177" y="16362"/>
                    <a:pt x="11856" y="16362"/>
                  </a:cubicBezTo>
                  <a:lnTo>
                    <a:pt x="10492" y="16362"/>
                  </a:lnTo>
                  <a:lnTo>
                    <a:pt x="10492" y="14007"/>
                  </a:lnTo>
                  <a:lnTo>
                    <a:pt x="16738" y="14007"/>
                  </a:lnTo>
                  <a:lnTo>
                    <a:pt x="16738" y="16362"/>
                  </a:lnTo>
                  <a:lnTo>
                    <a:pt x="15373" y="16362"/>
                  </a:lnTo>
                  <a:cubicBezTo>
                    <a:pt x="15053" y="16362"/>
                    <a:pt x="14792" y="16622"/>
                    <a:pt x="14792" y="16943"/>
                  </a:cubicBezTo>
                  <a:lnTo>
                    <a:pt x="14792" y="19267"/>
                  </a:lnTo>
                  <a:cubicBezTo>
                    <a:pt x="14792" y="19586"/>
                    <a:pt x="15053" y="19849"/>
                    <a:pt x="15373" y="19849"/>
                  </a:cubicBezTo>
                  <a:lnTo>
                    <a:pt x="19267" y="19849"/>
                  </a:lnTo>
                  <a:cubicBezTo>
                    <a:pt x="19586" y="19849"/>
                    <a:pt x="19849" y="19586"/>
                    <a:pt x="19849" y="19267"/>
                  </a:cubicBezTo>
                  <a:lnTo>
                    <a:pt x="19849" y="16943"/>
                  </a:lnTo>
                  <a:cubicBezTo>
                    <a:pt x="19849" y="16622"/>
                    <a:pt x="19586" y="16362"/>
                    <a:pt x="19267" y="16362"/>
                  </a:cubicBezTo>
                  <a:lnTo>
                    <a:pt x="17900" y="16362"/>
                  </a:lnTo>
                  <a:lnTo>
                    <a:pt x="17900" y="13425"/>
                  </a:lnTo>
                  <a:cubicBezTo>
                    <a:pt x="17900" y="13107"/>
                    <a:pt x="17640" y="12844"/>
                    <a:pt x="17319" y="12844"/>
                  </a:cubicBezTo>
                  <a:lnTo>
                    <a:pt x="10492" y="12844"/>
                  </a:lnTo>
                  <a:lnTo>
                    <a:pt x="10492" y="10461"/>
                  </a:lnTo>
                  <a:lnTo>
                    <a:pt x="15141" y="10461"/>
                  </a:lnTo>
                  <a:cubicBezTo>
                    <a:pt x="15896" y="10461"/>
                    <a:pt x="16536" y="9852"/>
                    <a:pt x="16536" y="9097"/>
                  </a:cubicBezTo>
                  <a:lnTo>
                    <a:pt x="16536" y="6044"/>
                  </a:lnTo>
                  <a:cubicBezTo>
                    <a:pt x="16536" y="5754"/>
                    <a:pt x="16420" y="5463"/>
                    <a:pt x="16273" y="5231"/>
                  </a:cubicBezTo>
                  <a:cubicBezTo>
                    <a:pt x="16420" y="5029"/>
                    <a:pt x="16536" y="4738"/>
                    <a:pt x="16536" y="4447"/>
                  </a:cubicBezTo>
                  <a:lnTo>
                    <a:pt x="16536" y="1395"/>
                  </a:lnTo>
                  <a:cubicBezTo>
                    <a:pt x="16536" y="639"/>
                    <a:pt x="15896" y="0"/>
                    <a:pt x="15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43"/>
          <p:cNvGrpSpPr/>
          <p:nvPr/>
        </p:nvGrpSpPr>
        <p:grpSpPr>
          <a:xfrm>
            <a:off x="4071396" y="1299149"/>
            <a:ext cx="495475" cy="496175"/>
            <a:chOff x="1048600" y="4079625"/>
            <a:chExt cx="495475" cy="496175"/>
          </a:xfrm>
        </p:grpSpPr>
        <p:sp>
          <p:nvSpPr>
            <p:cNvPr id="359" name="Google Shape;359;p43"/>
            <p:cNvSpPr/>
            <p:nvPr/>
          </p:nvSpPr>
          <p:spPr>
            <a:xfrm>
              <a:off x="1048600" y="4079625"/>
              <a:ext cx="495475" cy="496175"/>
            </a:xfrm>
            <a:custGeom>
              <a:rect b="b" l="l" r="r" t="t"/>
              <a:pathLst>
                <a:path extrusionOk="0" h="19847" w="19819">
                  <a:moveTo>
                    <a:pt x="4447" y="1163"/>
                  </a:moveTo>
                  <a:lnTo>
                    <a:pt x="5289" y="2325"/>
                  </a:lnTo>
                  <a:lnTo>
                    <a:pt x="1162" y="2325"/>
                  </a:lnTo>
                  <a:lnTo>
                    <a:pt x="1162" y="1163"/>
                  </a:lnTo>
                  <a:close/>
                  <a:moveTo>
                    <a:pt x="9736" y="3488"/>
                  </a:moveTo>
                  <a:lnTo>
                    <a:pt x="9736" y="8223"/>
                  </a:lnTo>
                  <a:lnTo>
                    <a:pt x="1162" y="8223"/>
                  </a:lnTo>
                  <a:lnTo>
                    <a:pt x="1162" y="3488"/>
                  </a:lnTo>
                  <a:close/>
                  <a:moveTo>
                    <a:pt x="13367" y="11624"/>
                  </a:moveTo>
                  <a:lnTo>
                    <a:pt x="14239" y="12786"/>
                  </a:lnTo>
                  <a:lnTo>
                    <a:pt x="10113" y="12786"/>
                  </a:lnTo>
                  <a:lnTo>
                    <a:pt x="10113" y="11624"/>
                  </a:lnTo>
                  <a:close/>
                  <a:moveTo>
                    <a:pt x="17291" y="6421"/>
                  </a:moveTo>
                  <a:lnTo>
                    <a:pt x="17291" y="12786"/>
                  </a:lnTo>
                  <a:lnTo>
                    <a:pt x="15664" y="12786"/>
                  </a:lnTo>
                  <a:lnTo>
                    <a:pt x="14123" y="10694"/>
                  </a:lnTo>
                  <a:cubicBezTo>
                    <a:pt x="14037" y="10548"/>
                    <a:pt x="13862" y="10462"/>
                    <a:pt x="13658" y="10462"/>
                  </a:cubicBezTo>
                  <a:lnTo>
                    <a:pt x="9531" y="10462"/>
                  </a:lnTo>
                  <a:cubicBezTo>
                    <a:pt x="9213" y="10462"/>
                    <a:pt x="8950" y="10722"/>
                    <a:pt x="8950" y="11043"/>
                  </a:cubicBezTo>
                  <a:lnTo>
                    <a:pt x="8950" y="13368"/>
                  </a:lnTo>
                  <a:lnTo>
                    <a:pt x="8950" y="15720"/>
                  </a:lnTo>
                  <a:lnTo>
                    <a:pt x="4882" y="15720"/>
                  </a:lnTo>
                  <a:lnTo>
                    <a:pt x="4882" y="9385"/>
                  </a:lnTo>
                  <a:lnTo>
                    <a:pt x="10317" y="9385"/>
                  </a:lnTo>
                  <a:cubicBezTo>
                    <a:pt x="10636" y="9385"/>
                    <a:pt x="10898" y="9125"/>
                    <a:pt x="10898" y="8804"/>
                  </a:cubicBezTo>
                  <a:lnTo>
                    <a:pt x="10898" y="6421"/>
                  </a:lnTo>
                  <a:close/>
                  <a:moveTo>
                    <a:pt x="18656" y="13949"/>
                  </a:moveTo>
                  <a:lnTo>
                    <a:pt x="18656" y="18684"/>
                  </a:lnTo>
                  <a:lnTo>
                    <a:pt x="10113" y="18684"/>
                  </a:lnTo>
                  <a:lnTo>
                    <a:pt x="10113" y="13949"/>
                  </a:lnTo>
                  <a:close/>
                  <a:moveTo>
                    <a:pt x="581" y="0"/>
                  </a:moveTo>
                  <a:cubicBezTo>
                    <a:pt x="263" y="0"/>
                    <a:pt x="0" y="261"/>
                    <a:pt x="0" y="582"/>
                  </a:cubicBezTo>
                  <a:lnTo>
                    <a:pt x="0" y="8804"/>
                  </a:lnTo>
                  <a:cubicBezTo>
                    <a:pt x="0" y="9125"/>
                    <a:pt x="263" y="9385"/>
                    <a:pt x="581" y="9385"/>
                  </a:cubicBezTo>
                  <a:lnTo>
                    <a:pt x="3720" y="9385"/>
                  </a:lnTo>
                  <a:lnTo>
                    <a:pt x="3720" y="16301"/>
                  </a:lnTo>
                  <a:cubicBezTo>
                    <a:pt x="3720" y="16622"/>
                    <a:pt x="3952" y="16883"/>
                    <a:pt x="4301" y="16883"/>
                  </a:cubicBezTo>
                  <a:lnTo>
                    <a:pt x="8950" y="16883"/>
                  </a:lnTo>
                  <a:lnTo>
                    <a:pt x="8950" y="19265"/>
                  </a:lnTo>
                  <a:cubicBezTo>
                    <a:pt x="8950" y="19586"/>
                    <a:pt x="9213" y="19847"/>
                    <a:pt x="9531" y="19847"/>
                  </a:cubicBezTo>
                  <a:lnTo>
                    <a:pt x="19237" y="19847"/>
                  </a:lnTo>
                  <a:cubicBezTo>
                    <a:pt x="19558" y="19847"/>
                    <a:pt x="19818" y="19586"/>
                    <a:pt x="19818" y="19265"/>
                  </a:cubicBezTo>
                  <a:lnTo>
                    <a:pt x="19818" y="13368"/>
                  </a:lnTo>
                  <a:cubicBezTo>
                    <a:pt x="19818" y="13047"/>
                    <a:pt x="19558" y="12786"/>
                    <a:pt x="19237" y="12786"/>
                  </a:cubicBezTo>
                  <a:lnTo>
                    <a:pt x="18454" y="12786"/>
                  </a:lnTo>
                  <a:lnTo>
                    <a:pt x="18454" y="5840"/>
                  </a:lnTo>
                  <a:cubicBezTo>
                    <a:pt x="18454" y="5522"/>
                    <a:pt x="18191" y="5259"/>
                    <a:pt x="17872" y="5259"/>
                  </a:cubicBezTo>
                  <a:lnTo>
                    <a:pt x="10898" y="5259"/>
                  </a:lnTo>
                  <a:lnTo>
                    <a:pt x="10898" y="2906"/>
                  </a:lnTo>
                  <a:cubicBezTo>
                    <a:pt x="10898" y="2586"/>
                    <a:pt x="10636" y="2325"/>
                    <a:pt x="10317" y="2325"/>
                  </a:cubicBezTo>
                  <a:lnTo>
                    <a:pt x="6742" y="2325"/>
                  </a:lnTo>
                  <a:lnTo>
                    <a:pt x="5203" y="233"/>
                  </a:lnTo>
                  <a:cubicBezTo>
                    <a:pt x="5086" y="86"/>
                    <a:pt x="4912" y="0"/>
                    <a:pt x="4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3"/>
            <p:cNvSpPr/>
            <p:nvPr/>
          </p:nvSpPr>
          <p:spPr>
            <a:xfrm>
              <a:off x="1141575" y="4211075"/>
              <a:ext cx="29075" cy="29100"/>
            </a:xfrm>
            <a:custGeom>
              <a:rect b="b" l="l" r="r" t="t"/>
              <a:pathLst>
                <a:path extrusionOk="0" h="1164" w="1163">
                  <a:moveTo>
                    <a:pt x="582" y="1"/>
                  </a:moveTo>
                  <a:cubicBezTo>
                    <a:pt x="233" y="1"/>
                    <a:pt x="1" y="264"/>
                    <a:pt x="1" y="582"/>
                  </a:cubicBezTo>
                  <a:cubicBezTo>
                    <a:pt x="1" y="903"/>
                    <a:pt x="233" y="1163"/>
                    <a:pt x="582" y="1163"/>
                  </a:cubicBezTo>
                  <a:cubicBezTo>
                    <a:pt x="903" y="1163"/>
                    <a:pt x="1163" y="903"/>
                    <a:pt x="1163" y="582"/>
                  </a:cubicBezTo>
                  <a:cubicBezTo>
                    <a:pt x="1163" y="264"/>
                    <a:pt x="903" y="1"/>
                    <a:pt x="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3"/>
            <p:cNvSpPr/>
            <p:nvPr/>
          </p:nvSpPr>
          <p:spPr>
            <a:xfrm>
              <a:off x="1199700" y="4211075"/>
              <a:ext cx="29075" cy="29100"/>
            </a:xfrm>
            <a:custGeom>
              <a:rect b="b" l="l" r="r" t="t"/>
              <a:pathLst>
                <a:path extrusionOk="0" h="1164" w="1163">
                  <a:moveTo>
                    <a:pt x="581" y="1"/>
                  </a:moveTo>
                  <a:cubicBezTo>
                    <a:pt x="233" y="1"/>
                    <a:pt x="0" y="264"/>
                    <a:pt x="0" y="582"/>
                  </a:cubicBezTo>
                  <a:cubicBezTo>
                    <a:pt x="0" y="903"/>
                    <a:pt x="233" y="1163"/>
                    <a:pt x="581" y="1163"/>
                  </a:cubicBezTo>
                  <a:cubicBezTo>
                    <a:pt x="902" y="1163"/>
                    <a:pt x="1163" y="903"/>
                    <a:pt x="1163" y="582"/>
                  </a:cubicBezTo>
                  <a:cubicBezTo>
                    <a:pt x="1163" y="264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3"/>
            <p:cNvSpPr/>
            <p:nvPr/>
          </p:nvSpPr>
          <p:spPr>
            <a:xfrm>
              <a:off x="1364625" y="4472625"/>
              <a:ext cx="29100" cy="29075"/>
            </a:xfrm>
            <a:custGeom>
              <a:rect b="b" l="l" r="r" t="t"/>
              <a:pathLst>
                <a:path extrusionOk="0" h="1163" w="1164">
                  <a:moveTo>
                    <a:pt x="582" y="0"/>
                  </a:moveTo>
                  <a:cubicBezTo>
                    <a:pt x="261" y="0"/>
                    <a:pt x="1" y="263"/>
                    <a:pt x="1" y="581"/>
                  </a:cubicBezTo>
                  <a:cubicBezTo>
                    <a:pt x="1" y="902"/>
                    <a:pt x="261" y="1163"/>
                    <a:pt x="582" y="1163"/>
                  </a:cubicBezTo>
                  <a:cubicBezTo>
                    <a:pt x="900" y="1163"/>
                    <a:pt x="1163" y="902"/>
                    <a:pt x="1163" y="581"/>
                  </a:cubicBezTo>
                  <a:cubicBezTo>
                    <a:pt x="1163" y="263"/>
                    <a:pt x="900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3"/>
            <p:cNvSpPr/>
            <p:nvPr/>
          </p:nvSpPr>
          <p:spPr>
            <a:xfrm>
              <a:off x="1422750" y="4472625"/>
              <a:ext cx="29075" cy="29075"/>
            </a:xfrm>
            <a:custGeom>
              <a:rect b="b" l="l" r="r" t="t"/>
              <a:pathLst>
                <a:path extrusionOk="0" h="1163" w="1163">
                  <a:moveTo>
                    <a:pt x="582" y="0"/>
                  </a:moveTo>
                  <a:cubicBezTo>
                    <a:pt x="261" y="0"/>
                    <a:pt x="1" y="263"/>
                    <a:pt x="1" y="581"/>
                  </a:cubicBezTo>
                  <a:cubicBezTo>
                    <a:pt x="1" y="902"/>
                    <a:pt x="261" y="1163"/>
                    <a:pt x="582" y="1163"/>
                  </a:cubicBezTo>
                  <a:cubicBezTo>
                    <a:pt x="900" y="1163"/>
                    <a:pt x="1163" y="902"/>
                    <a:pt x="1163" y="581"/>
                  </a:cubicBezTo>
                  <a:cubicBezTo>
                    <a:pt x="1163" y="263"/>
                    <a:pt x="900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43"/>
          <p:cNvGrpSpPr/>
          <p:nvPr/>
        </p:nvGrpSpPr>
        <p:grpSpPr>
          <a:xfrm>
            <a:off x="4071021" y="3337314"/>
            <a:ext cx="496225" cy="496175"/>
            <a:chOff x="1776525" y="4079625"/>
            <a:chExt cx="496225" cy="496175"/>
          </a:xfrm>
        </p:grpSpPr>
        <p:sp>
          <p:nvSpPr>
            <p:cNvPr id="365" name="Google Shape;365;p43"/>
            <p:cNvSpPr/>
            <p:nvPr/>
          </p:nvSpPr>
          <p:spPr>
            <a:xfrm>
              <a:off x="1932725" y="4203825"/>
              <a:ext cx="183100" cy="247025"/>
            </a:xfrm>
            <a:custGeom>
              <a:rect b="b" l="l" r="r" t="t"/>
              <a:pathLst>
                <a:path extrusionOk="0" h="9881" w="7324">
                  <a:moveTo>
                    <a:pt x="3662" y="1163"/>
                  </a:moveTo>
                  <a:cubicBezTo>
                    <a:pt x="4620" y="1163"/>
                    <a:pt x="5406" y="1948"/>
                    <a:pt x="5406" y="2906"/>
                  </a:cubicBezTo>
                  <a:lnTo>
                    <a:pt x="5406" y="3692"/>
                  </a:lnTo>
                  <a:lnTo>
                    <a:pt x="1919" y="3692"/>
                  </a:lnTo>
                  <a:lnTo>
                    <a:pt x="1919" y="2906"/>
                  </a:lnTo>
                  <a:cubicBezTo>
                    <a:pt x="1919" y="1948"/>
                    <a:pt x="2702" y="1163"/>
                    <a:pt x="3662" y="1163"/>
                  </a:cubicBezTo>
                  <a:close/>
                  <a:moveTo>
                    <a:pt x="6161" y="4854"/>
                  </a:moveTo>
                  <a:lnTo>
                    <a:pt x="6161" y="8718"/>
                  </a:lnTo>
                  <a:lnTo>
                    <a:pt x="1163" y="8718"/>
                  </a:lnTo>
                  <a:lnTo>
                    <a:pt x="1163" y="4854"/>
                  </a:lnTo>
                  <a:close/>
                  <a:moveTo>
                    <a:pt x="3662" y="0"/>
                  </a:moveTo>
                  <a:cubicBezTo>
                    <a:pt x="2063" y="0"/>
                    <a:pt x="756" y="1309"/>
                    <a:pt x="756" y="2906"/>
                  </a:cubicBezTo>
                  <a:lnTo>
                    <a:pt x="756" y="3692"/>
                  </a:lnTo>
                  <a:lnTo>
                    <a:pt x="582" y="3692"/>
                  </a:lnTo>
                  <a:cubicBezTo>
                    <a:pt x="261" y="3692"/>
                    <a:pt x="1" y="3952"/>
                    <a:pt x="1" y="4273"/>
                  </a:cubicBezTo>
                  <a:lnTo>
                    <a:pt x="1" y="9299"/>
                  </a:lnTo>
                  <a:cubicBezTo>
                    <a:pt x="1" y="9620"/>
                    <a:pt x="261" y="9880"/>
                    <a:pt x="582" y="9880"/>
                  </a:cubicBezTo>
                  <a:lnTo>
                    <a:pt x="6743" y="9880"/>
                  </a:lnTo>
                  <a:cubicBezTo>
                    <a:pt x="7061" y="9880"/>
                    <a:pt x="7324" y="9620"/>
                    <a:pt x="7324" y="9299"/>
                  </a:cubicBezTo>
                  <a:lnTo>
                    <a:pt x="7324" y="4273"/>
                  </a:lnTo>
                  <a:cubicBezTo>
                    <a:pt x="7324" y="3952"/>
                    <a:pt x="7061" y="3692"/>
                    <a:pt x="6743" y="3692"/>
                  </a:cubicBezTo>
                  <a:lnTo>
                    <a:pt x="6568" y="3692"/>
                  </a:lnTo>
                  <a:lnTo>
                    <a:pt x="6568" y="2906"/>
                  </a:lnTo>
                  <a:cubicBezTo>
                    <a:pt x="6568" y="1309"/>
                    <a:pt x="5259" y="0"/>
                    <a:pt x="3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3"/>
            <p:cNvSpPr/>
            <p:nvPr/>
          </p:nvSpPr>
          <p:spPr>
            <a:xfrm>
              <a:off x="2009750" y="4354225"/>
              <a:ext cx="29075" cy="38500"/>
            </a:xfrm>
            <a:custGeom>
              <a:rect b="b" l="l" r="r" t="t"/>
              <a:pathLst>
                <a:path extrusionOk="0" h="1540" w="1163">
                  <a:moveTo>
                    <a:pt x="581" y="1"/>
                  </a:moveTo>
                  <a:cubicBezTo>
                    <a:pt x="261" y="1"/>
                    <a:pt x="0" y="261"/>
                    <a:pt x="0" y="582"/>
                  </a:cubicBezTo>
                  <a:lnTo>
                    <a:pt x="0" y="959"/>
                  </a:lnTo>
                  <a:cubicBezTo>
                    <a:pt x="0" y="1279"/>
                    <a:pt x="261" y="1540"/>
                    <a:pt x="581" y="1540"/>
                  </a:cubicBezTo>
                  <a:cubicBezTo>
                    <a:pt x="900" y="1540"/>
                    <a:pt x="1163" y="1279"/>
                    <a:pt x="1163" y="959"/>
                  </a:cubicBezTo>
                  <a:lnTo>
                    <a:pt x="1163" y="582"/>
                  </a:lnTo>
                  <a:cubicBezTo>
                    <a:pt x="1163" y="261"/>
                    <a:pt x="900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3"/>
            <p:cNvSpPr/>
            <p:nvPr/>
          </p:nvSpPr>
          <p:spPr>
            <a:xfrm>
              <a:off x="1776525" y="4079625"/>
              <a:ext cx="496225" cy="496175"/>
            </a:xfrm>
            <a:custGeom>
              <a:rect b="b" l="l" r="r" t="t"/>
              <a:pathLst>
                <a:path extrusionOk="0" h="19847" w="19849">
                  <a:moveTo>
                    <a:pt x="14588" y="3806"/>
                  </a:moveTo>
                  <a:cubicBezTo>
                    <a:pt x="15373" y="3806"/>
                    <a:pt x="16013" y="4445"/>
                    <a:pt x="16013" y="5231"/>
                  </a:cubicBezTo>
                  <a:lnTo>
                    <a:pt x="16013" y="14588"/>
                  </a:lnTo>
                  <a:cubicBezTo>
                    <a:pt x="16013" y="15371"/>
                    <a:pt x="15373" y="16011"/>
                    <a:pt x="14588" y="16011"/>
                  </a:cubicBezTo>
                  <a:lnTo>
                    <a:pt x="5231" y="16011"/>
                  </a:lnTo>
                  <a:cubicBezTo>
                    <a:pt x="4447" y="16011"/>
                    <a:pt x="3808" y="15371"/>
                    <a:pt x="3808" y="14588"/>
                  </a:cubicBezTo>
                  <a:lnTo>
                    <a:pt x="3808" y="5231"/>
                  </a:lnTo>
                  <a:cubicBezTo>
                    <a:pt x="3808" y="4445"/>
                    <a:pt x="4447" y="3806"/>
                    <a:pt x="5231" y="3806"/>
                  </a:cubicBezTo>
                  <a:close/>
                  <a:moveTo>
                    <a:pt x="7207" y="0"/>
                  </a:moveTo>
                  <a:cubicBezTo>
                    <a:pt x="6888" y="0"/>
                    <a:pt x="6626" y="261"/>
                    <a:pt x="6626" y="582"/>
                  </a:cubicBezTo>
                  <a:lnTo>
                    <a:pt x="6626" y="2644"/>
                  </a:lnTo>
                  <a:lnTo>
                    <a:pt x="5231" y="2644"/>
                  </a:lnTo>
                  <a:cubicBezTo>
                    <a:pt x="3808" y="2644"/>
                    <a:pt x="2646" y="3806"/>
                    <a:pt x="2646" y="5231"/>
                  </a:cubicBezTo>
                  <a:lnTo>
                    <a:pt x="2646" y="6626"/>
                  </a:lnTo>
                  <a:lnTo>
                    <a:pt x="581" y="6626"/>
                  </a:lnTo>
                  <a:cubicBezTo>
                    <a:pt x="263" y="6626"/>
                    <a:pt x="0" y="6886"/>
                    <a:pt x="0" y="7207"/>
                  </a:cubicBezTo>
                  <a:cubicBezTo>
                    <a:pt x="0" y="7526"/>
                    <a:pt x="263" y="7788"/>
                    <a:pt x="581" y="7788"/>
                  </a:cubicBezTo>
                  <a:lnTo>
                    <a:pt x="2646" y="7788"/>
                  </a:lnTo>
                  <a:lnTo>
                    <a:pt x="2646" y="9327"/>
                  </a:lnTo>
                  <a:lnTo>
                    <a:pt x="581" y="9327"/>
                  </a:lnTo>
                  <a:cubicBezTo>
                    <a:pt x="263" y="9327"/>
                    <a:pt x="0" y="9590"/>
                    <a:pt x="0" y="9908"/>
                  </a:cubicBezTo>
                  <a:cubicBezTo>
                    <a:pt x="0" y="10229"/>
                    <a:pt x="263" y="10490"/>
                    <a:pt x="581" y="10490"/>
                  </a:cubicBezTo>
                  <a:lnTo>
                    <a:pt x="2646" y="10490"/>
                  </a:lnTo>
                  <a:lnTo>
                    <a:pt x="2646" y="12059"/>
                  </a:lnTo>
                  <a:lnTo>
                    <a:pt x="581" y="12059"/>
                  </a:lnTo>
                  <a:cubicBezTo>
                    <a:pt x="263" y="12059"/>
                    <a:pt x="0" y="12321"/>
                    <a:pt x="0" y="12640"/>
                  </a:cubicBezTo>
                  <a:cubicBezTo>
                    <a:pt x="0" y="12961"/>
                    <a:pt x="263" y="13221"/>
                    <a:pt x="581" y="13221"/>
                  </a:cubicBezTo>
                  <a:lnTo>
                    <a:pt x="2646" y="13221"/>
                  </a:lnTo>
                  <a:lnTo>
                    <a:pt x="2646" y="14588"/>
                  </a:lnTo>
                  <a:cubicBezTo>
                    <a:pt x="2646" y="16041"/>
                    <a:pt x="3808" y="17173"/>
                    <a:pt x="5231" y="17173"/>
                  </a:cubicBezTo>
                  <a:lnTo>
                    <a:pt x="6626" y="17173"/>
                  </a:lnTo>
                  <a:lnTo>
                    <a:pt x="6626" y="19265"/>
                  </a:lnTo>
                  <a:cubicBezTo>
                    <a:pt x="6626" y="19586"/>
                    <a:pt x="6888" y="19847"/>
                    <a:pt x="7207" y="19847"/>
                  </a:cubicBezTo>
                  <a:cubicBezTo>
                    <a:pt x="7528" y="19847"/>
                    <a:pt x="7788" y="19586"/>
                    <a:pt x="7788" y="19265"/>
                  </a:cubicBezTo>
                  <a:lnTo>
                    <a:pt x="7788" y="17173"/>
                  </a:lnTo>
                  <a:lnTo>
                    <a:pt x="9329" y="17173"/>
                  </a:lnTo>
                  <a:lnTo>
                    <a:pt x="9329" y="19265"/>
                  </a:lnTo>
                  <a:cubicBezTo>
                    <a:pt x="9329" y="19586"/>
                    <a:pt x="9590" y="19847"/>
                    <a:pt x="9910" y="19847"/>
                  </a:cubicBezTo>
                  <a:cubicBezTo>
                    <a:pt x="10229" y="19847"/>
                    <a:pt x="10492" y="19586"/>
                    <a:pt x="10492" y="19265"/>
                  </a:cubicBezTo>
                  <a:lnTo>
                    <a:pt x="10492" y="17173"/>
                  </a:lnTo>
                  <a:lnTo>
                    <a:pt x="12061" y="17173"/>
                  </a:lnTo>
                  <a:lnTo>
                    <a:pt x="12061" y="19265"/>
                  </a:lnTo>
                  <a:cubicBezTo>
                    <a:pt x="12061" y="19586"/>
                    <a:pt x="12293" y="19847"/>
                    <a:pt x="12642" y="19847"/>
                  </a:cubicBezTo>
                  <a:cubicBezTo>
                    <a:pt x="12960" y="19847"/>
                    <a:pt x="13223" y="19586"/>
                    <a:pt x="13223" y="19265"/>
                  </a:cubicBezTo>
                  <a:lnTo>
                    <a:pt x="13223" y="17173"/>
                  </a:lnTo>
                  <a:lnTo>
                    <a:pt x="14588" y="17173"/>
                  </a:lnTo>
                  <a:cubicBezTo>
                    <a:pt x="16013" y="17173"/>
                    <a:pt x="17175" y="16041"/>
                    <a:pt x="17175" y="14588"/>
                  </a:cubicBezTo>
                  <a:lnTo>
                    <a:pt x="17175" y="13221"/>
                  </a:lnTo>
                  <a:lnTo>
                    <a:pt x="19267" y="13221"/>
                  </a:lnTo>
                  <a:cubicBezTo>
                    <a:pt x="19586" y="13221"/>
                    <a:pt x="19849" y="12961"/>
                    <a:pt x="19849" y="12640"/>
                  </a:cubicBezTo>
                  <a:cubicBezTo>
                    <a:pt x="19849" y="12321"/>
                    <a:pt x="19586" y="12059"/>
                    <a:pt x="19267" y="12059"/>
                  </a:cubicBezTo>
                  <a:lnTo>
                    <a:pt x="17175" y="12059"/>
                  </a:lnTo>
                  <a:lnTo>
                    <a:pt x="17175" y="10490"/>
                  </a:lnTo>
                  <a:lnTo>
                    <a:pt x="19267" y="10490"/>
                  </a:lnTo>
                  <a:cubicBezTo>
                    <a:pt x="19586" y="10490"/>
                    <a:pt x="19849" y="10229"/>
                    <a:pt x="19849" y="9908"/>
                  </a:cubicBezTo>
                  <a:cubicBezTo>
                    <a:pt x="19849" y="9590"/>
                    <a:pt x="19586" y="9327"/>
                    <a:pt x="19267" y="9327"/>
                  </a:cubicBezTo>
                  <a:lnTo>
                    <a:pt x="17175" y="9327"/>
                  </a:lnTo>
                  <a:lnTo>
                    <a:pt x="17175" y="7788"/>
                  </a:lnTo>
                  <a:lnTo>
                    <a:pt x="19267" y="7788"/>
                  </a:lnTo>
                  <a:cubicBezTo>
                    <a:pt x="19586" y="7788"/>
                    <a:pt x="19849" y="7526"/>
                    <a:pt x="19849" y="7207"/>
                  </a:cubicBezTo>
                  <a:cubicBezTo>
                    <a:pt x="19849" y="6886"/>
                    <a:pt x="19586" y="6626"/>
                    <a:pt x="19267" y="6626"/>
                  </a:cubicBezTo>
                  <a:lnTo>
                    <a:pt x="17175" y="6626"/>
                  </a:lnTo>
                  <a:lnTo>
                    <a:pt x="17175" y="5231"/>
                  </a:lnTo>
                  <a:cubicBezTo>
                    <a:pt x="17175" y="3806"/>
                    <a:pt x="16013" y="2644"/>
                    <a:pt x="14588" y="2644"/>
                  </a:cubicBezTo>
                  <a:lnTo>
                    <a:pt x="13223" y="2644"/>
                  </a:lnTo>
                  <a:lnTo>
                    <a:pt x="13223" y="582"/>
                  </a:lnTo>
                  <a:cubicBezTo>
                    <a:pt x="13223" y="261"/>
                    <a:pt x="12960" y="0"/>
                    <a:pt x="12642" y="0"/>
                  </a:cubicBezTo>
                  <a:cubicBezTo>
                    <a:pt x="12293" y="0"/>
                    <a:pt x="12061" y="261"/>
                    <a:pt x="12061" y="582"/>
                  </a:cubicBezTo>
                  <a:lnTo>
                    <a:pt x="12061" y="2644"/>
                  </a:lnTo>
                  <a:lnTo>
                    <a:pt x="10492" y="2644"/>
                  </a:lnTo>
                  <a:lnTo>
                    <a:pt x="10492" y="582"/>
                  </a:lnTo>
                  <a:cubicBezTo>
                    <a:pt x="10492" y="261"/>
                    <a:pt x="10229" y="0"/>
                    <a:pt x="9910" y="0"/>
                  </a:cubicBezTo>
                  <a:cubicBezTo>
                    <a:pt x="9590" y="0"/>
                    <a:pt x="9329" y="261"/>
                    <a:pt x="9329" y="582"/>
                  </a:cubicBezTo>
                  <a:lnTo>
                    <a:pt x="9329" y="2644"/>
                  </a:lnTo>
                  <a:lnTo>
                    <a:pt x="7788" y="2644"/>
                  </a:lnTo>
                  <a:lnTo>
                    <a:pt x="7788" y="582"/>
                  </a:lnTo>
                  <a:cubicBezTo>
                    <a:pt x="7788" y="261"/>
                    <a:pt x="7528" y="0"/>
                    <a:pt x="7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8" name="Google Shape;368;p43"/>
          <p:cNvCxnSpPr/>
          <p:nvPr/>
        </p:nvCxnSpPr>
        <p:spPr>
          <a:xfrm>
            <a:off x="720000" y="3095629"/>
            <a:ext cx="693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9" name="Google Shape;3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726" y="1009599"/>
            <a:ext cx="2282169" cy="17587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0" name="Google Shape;37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850" y="1046500"/>
            <a:ext cx="2417345" cy="17587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1" name="Google Shape;37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1875" y="3245500"/>
            <a:ext cx="1799664" cy="13947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2" name="Google Shape;372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0300" y="3205650"/>
            <a:ext cx="1964284" cy="15181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Résultats sur nos Métriques MOSI</a:t>
            </a:r>
            <a:endParaRPr/>
          </a:p>
        </p:txBody>
      </p:sp>
      <p:pic>
        <p:nvPicPr>
          <p:cNvPr id="378" name="Google Shape;378;p4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301" y="1417025"/>
            <a:ext cx="3894026" cy="25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749" y="1641149"/>
            <a:ext cx="3245476" cy="7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 txBox="1"/>
          <p:nvPr>
            <p:ph type="title"/>
          </p:nvPr>
        </p:nvSpPr>
        <p:spPr>
          <a:xfrm>
            <a:off x="2040500" y="1761725"/>
            <a:ext cx="41568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85" name="Google Shape;385;p45"/>
          <p:cNvSpPr txBox="1"/>
          <p:nvPr>
            <p:ph idx="2" type="title"/>
          </p:nvPr>
        </p:nvSpPr>
        <p:spPr>
          <a:xfrm>
            <a:off x="720000" y="2027725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6" name="Google Shape;386;p45"/>
          <p:cNvSpPr txBox="1"/>
          <p:nvPr>
            <p:ph idx="1" type="subTitle"/>
          </p:nvPr>
        </p:nvSpPr>
        <p:spPr>
          <a:xfrm>
            <a:off x="720000" y="3765525"/>
            <a:ext cx="48546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Notre conclusion</a:t>
            </a:r>
            <a:endParaRPr/>
          </a:p>
        </p:txBody>
      </p:sp>
      <p:cxnSp>
        <p:nvCxnSpPr>
          <p:cNvPr id="387" name="Google Shape;387;p45"/>
          <p:cNvCxnSpPr/>
          <p:nvPr/>
        </p:nvCxnSpPr>
        <p:spPr>
          <a:xfrm>
            <a:off x="720000" y="3600175"/>
            <a:ext cx="641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8" name="Google Shape;388;p45"/>
          <p:cNvGrpSpPr/>
          <p:nvPr/>
        </p:nvGrpSpPr>
        <p:grpSpPr>
          <a:xfrm>
            <a:off x="518561" y="355031"/>
            <a:ext cx="402866" cy="369933"/>
            <a:chOff x="6985538" y="307000"/>
            <a:chExt cx="1545325" cy="1419000"/>
          </a:xfrm>
        </p:grpSpPr>
        <p:sp>
          <p:nvSpPr>
            <p:cNvPr id="389" name="Google Shape;389;p45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5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5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5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5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5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95" name="Google Shape;3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129800" y="0"/>
            <a:ext cx="2014201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 global</a:t>
            </a:r>
            <a:endParaRPr/>
          </a:p>
        </p:txBody>
      </p:sp>
      <p:sp>
        <p:nvSpPr>
          <p:cNvPr id="401" name="Google Shape;401;p46"/>
          <p:cNvSpPr txBox="1"/>
          <p:nvPr>
            <p:ph type="title"/>
          </p:nvPr>
        </p:nvSpPr>
        <p:spPr>
          <a:xfrm>
            <a:off x="6019500" y="3178625"/>
            <a:ext cx="24045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MAE faible </a:t>
            </a:r>
            <a:endParaRPr/>
          </a:p>
        </p:txBody>
      </p:sp>
      <p:sp>
        <p:nvSpPr>
          <p:cNvPr id="402" name="Google Shape;402;p46"/>
          <p:cNvSpPr txBox="1"/>
          <p:nvPr>
            <p:ph idx="2" type="title"/>
          </p:nvPr>
        </p:nvSpPr>
        <p:spPr>
          <a:xfrm>
            <a:off x="3369750" y="3178625"/>
            <a:ext cx="2404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le plus adapté</a:t>
            </a:r>
            <a:endParaRPr/>
          </a:p>
        </p:txBody>
      </p:sp>
      <p:sp>
        <p:nvSpPr>
          <p:cNvPr id="403" name="Google Shape;403;p46"/>
          <p:cNvSpPr txBox="1"/>
          <p:nvPr>
            <p:ph idx="1" type="subTitle"/>
          </p:nvPr>
        </p:nvSpPr>
        <p:spPr>
          <a:xfrm>
            <a:off x="720000" y="3672488"/>
            <a:ext cx="240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Accuracy de 0,95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&gt;&gt; très efficace </a:t>
            </a:r>
            <a:endParaRPr/>
          </a:p>
        </p:txBody>
      </p:sp>
      <p:sp>
        <p:nvSpPr>
          <p:cNvPr id="404" name="Google Shape;404;p46"/>
          <p:cNvSpPr txBox="1"/>
          <p:nvPr>
            <p:ph idx="3" type="subTitle"/>
          </p:nvPr>
        </p:nvSpPr>
        <p:spPr>
          <a:xfrm>
            <a:off x="3369741" y="3689199"/>
            <a:ext cx="240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Meilleur résultat pour notre analyse</a:t>
            </a:r>
            <a:endParaRPr/>
          </a:p>
        </p:txBody>
      </p:sp>
      <p:sp>
        <p:nvSpPr>
          <p:cNvPr id="405" name="Google Shape;405;p46"/>
          <p:cNvSpPr txBox="1"/>
          <p:nvPr>
            <p:ph idx="4" type="title"/>
          </p:nvPr>
        </p:nvSpPr>
        <p:spPr>
          <a:xfrm>
            <a:off x="720000" y="3122525"/>
            <a:ext cx="24045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Meilleure Métrique</a:t>
            </a:r>
            <a:endParaRPr/>
          </a:p>
        </p:txBody>
      </p:sp>
      <p:sp>
        <p:nvSpPr>
          <p:cNvPr id="406" name="Google Shape;406;p46"/>
          <p:cNvSpPr txBox="1"/>
          <p:nvPr>
            <p:ph idx="5" type="subTitle"/>
          </p:nvPr>
        </p:nvSpPr>
        <p:spPr>
          <a:xfrm>
            <a:off x="6019500" y="3572225"/>
            <a:ext cx="240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Résultat précis de notre dataset</a:t>
            </a:r>
            <a:endParaRPr/>
          </a:p>
        </p:txBody>
      </p:sp>
      <p:sp>
        <p:nvSpPr>
          <p:cNvPr id="407" name="Google Shape;407;p46"/>
          <p:cNvSpPr/>
          <p:nvPr/>
        </p:nvSpPr>
        <p:spPr>
          <a:xfrm>
            <a:off x="811000" y="2604350"/>
            <a:ext cx="2098200" cy="243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6"/>
          <p:cNvSpPr/>
          <p:nvPr/>
        </p:nvSpPr>
        <p:spPr>
          <a:xfrm>
            <a:off x="811000" y="2604350"/>
            <a:ext cx="559800" cy="243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6"/>
          <p:cNvSpPr/>
          <p:nvPr/>
        </p:nvSpPr>
        <p:spPr>
          <a:xfrm>
            <a:off x="3443550" y="2604350"/>
            <a:ext cx="2098200" cy="243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6"/>
          <p:cNvSpPr/>
          <p:nvPr/>
        </p:nvSpPr>
        <p:spPr>
          <a:xfrm>
            <a:off x="3443550" y="2604350"/>
            <a:ext cx="1035600" cy="243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6"/>
          <p:cNvSpPr/>
          <p:nvPr/>
        </p:nvSpPr>
        <p:spPr>
          <a:xfrm>
            <a:off x="6107800" y="2604350"/>
            <a:ext cx="2098200" cy="243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6"/>
          <p:cNvSpPr/>
          <p:nvPr/>
        </p:nvSpPr>
        <p:spPr>
          <a:xfrm>
            <a:off x="6107800" y="2604350"/>
            <a:ext cx="1574700" cy="243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6"/>
          <p:cNvSpPr txBox="1"/>
          <p:nvPr>
            <p:ph idx="8" type="title"/>
          </p:nvPr>
        </p:nvSpPr>
        <p:spPr>
          <a:xfrm>
            <a:off x="3369742" y="1657175"/>
            <a:ext cx="12801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MELD</a:t>
            </a:r>
            <a:endParaRPr/>
          </a:p>
        </p:txBody>
      </p:sp>
      <p:sp>
        <p:nvSpPr>
          <p:cNvPr id="414" name="Google Shape;414;p46"/>
          <p:cNvSpPr txBox="1"/>
          <p:nvPr>
            <p:ph idx="9" type="title"/>
          </p:nvPr>
        </p:nvSpPr>
        <p:spPr>
          <a:xfrm>
            <a:off x="6004657" y="1657175"/>
            <a:ext cx="27870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25% Erreurs</a:t>
            </a:r>
            <a:endParaRPr sz="2900"/>
          </a:p>
        </p:txBody>
      </p:sp>
      <p:sp>
        <p:nvSpPr>
          <p:cNvPr id="415" name="Google Shape;415;p46"/>
          <p:cNvSpPr txBox="1"/>
          <p:nvPr>
            <p:ph idx="7" type="title"/>
          </p:nvPr>
        </p:nvSpPr>
        <p:spPr>
          <a:xfrm>
            <a:off x="720002" y="1657175"/>
            <a:ext cx="15747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Acc- 2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 txBox="1"/>
          <p:nvPr>
            <p:ph type="ctrTitle"/>
          </p:nvPr>
        </p:nvSpPr>
        <p:spPr>
          <a:xfrm>
            <a:off x="2876775" y="947050"/>
            <a:ext cx="4892400" cy="13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21" name="Google Shape;421;p47"/>
          <p:cNvSpPr txBox="1"/>
          <p:nvPr>
            <p:ph idx="1" type="subTitle"/>
          </p:nvPr>
        </p:nvSpPr>
        <p:spPr>
          <a:xfrm>
            <a:off x="2876775" y="2196872"/>
            <a:ext cx="48924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Anybody SemiBold"/>
                <a:ea typeface="Anybody SemiBold"/>
                <a:cs typeface="Anybody SemiBold"/>
                <a:sym typeface="Anybody SemiBold"/>
              </a:rPr>
              <a:t>Do you have any questions?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cxnSp>
        <p:nvCxnSpPr>
          <p:cNvPr id="422" name="Google Shape;422;p47"/>
          <p:cNvCxnSpPr/>
          <p:nvPr/>
        </p:nvCxnSpPr>
        <p:spPr>
          <a:xfrm>
            <a:off x="2468800" y="3562475"/>
            <a:ext cx="672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3" name="Google Shape;423;p47"/>
          <p:cNvGrpSpPr/>
          <p:nvPr/>
        </p:nvGrpSpPr>
        <p:grpSpPr>
          <a:xfrm>
            <a:off x="8222574" y="355031"/>
            <a:ext cx="402866" cy="369933"/>
            <a:chOff x="6985538" y="307000"/>
            <a:chExt cx="1545325" cy="1419000"/>
          </a:xfrm>
        </p:grpSpPr>
        <p:sp>
          <p:nvSpPr>
            <p:cNvPr id="424" name="Google Shape;424;p47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7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7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7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7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7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275" y="3657625"/>
            <a:ext cx="544622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Analysis Consulting by Slidesgo">
  <a:themeElements>
    <a:clrScheme name="Simple Light">
      <a:dk1>
        <a:srgbClr val="000000"/>
      </a:dk1>
      <a:lt1>
        <a:srgbClr val="FFFFFF"/>
      </a:lt1>
      <a:dk2>
        <a:srgbClr val="207368"/>
      </a:dk2>
      <a:lt2>
        <a:srgbClr val="9EC0BE"/>
      </a:lt2>
      <a:accent1>
        <a:srgbClr val="B185B4"/>
      </a:accent1>
      <a:accent2>
        <a:srgbClr val="A6C1D8"/>
      </a:accent2>
      <a:accent3>
        <a:srgbClr val="224141"/>
      </a:accent3>
      <a:accent4>
        <a:srgbClr val="E3E8E8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